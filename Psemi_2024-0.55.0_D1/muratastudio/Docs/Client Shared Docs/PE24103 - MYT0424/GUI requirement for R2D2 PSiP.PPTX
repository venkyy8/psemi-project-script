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7"/>
  </p:notesMasterIdLst>
  <p:sldIdLst>
    <p:sldId id="1412" r:id="rId5"/>
    <p:sldId id="1411" r:id="rId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son Ngai" initials="JN" lastIdx="1" clrIdx="0">
    <p:extLst>
      <p:ext uri="{19B8F6BF-5375-455C-9EA6-DF929625EA0E}">
        <p15:presenceInfo xmlns:p15="http://schemas.microsoft.com/office/powerpoint/2012/main" userId="S::jngai@psemi.com::5a1b11b2-4c4d-4d07-abc5-2107bed5282d" providerId="AD"/>
      </p:ext>
    </p:extLst>
  </p:cmAuthor>
  <p:cmAuthor id="2" name="Stephen Allen" initials="SA" lastIdx="1" clrIdx="1">
    <p:extLst>
      <p:ext uri="{19B8F6BF-5375-455C-9EA6-DF929625EA0E}">
        <p15:presenceInfo xmlns:p15="http://schemas.microsoft.com/office/powerpoint/2012/main" userId="S::sallen@psemi.com::d1ba32cb-8654-4367-b51b-58552313193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82ABB4-217B-4EB0-A87A-6B4AE4006754}" v="20" dt="2021-03-24T13:40:21.307"/>
    <p1510:client id="{299A02D3-E3A9-48D1-8FF2-2871F7EE1898}" v="2" dt="2021-03-24T13:12:11.090"/>
    <p1510:client id="{4C5D6695-B37E-44D0-9CAF-A1D05B8DF3C9}" v="2" dt="2021-03-24T13:41:49.421"/>
    <p1510:client id="{B350241E-9F80-4D2F-B9A4-361187B1D539}" v="2" dt="2021-03-22T18:39:33.900"/>
    <p1510:client id="{BF8BBF23-60B6-434F-AAF4-5AFEE6950393}" v="2" dt="2021-03-22T20:56:14.941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86729" autoAdjust="0"/>
  </p:normalViewPr>
  <p:slideViewPr>
    <p:cSldViewPr snapToGrid="0">
      <p:cViewPr varScale="1">
        <p:scale>
          <a:sx n="100" d="100"/>
          <a:sy n="100" d="100"/>
        </p:scale>
        <p:origin x="116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0" d="100"/>
        <a:sy n="70" d="100"/>
      </p:scale>
      <p:origin x="0" y="-1126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780013A-C409-4373-A5D1-F949CD97114E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7E78AB9-7FA5-4F42-923B-6A7DD3AA50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56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/>
          <p:cNvSpPr/>
          <p:nvPr/>
        </p:nvSpPr>
        <p:spPr bwMode="gray">
          <a:xfrm rot="16200000" flipV="1">
            <a:off x="925674" y="-265274"/>
            <a:ext cx="6190588" cy="6721137"/>
          </a:xfrm>
          <a:custGeom>
            <a:avLst/>
            <a:gdLst>
              <a:gd name="connsiteX0" fmla="*/ 0 w 9914837"/>
              <a:gd name="connsiteY0" fmla="*/ 5040560 h 5040560"/>
              <a:gd name="connsiteX1" fmla="*/ 3485497 w 9914837"/>
              <a:gd name="connsiteY1" fmla="*/ 0 h 5040560"/>
              <a:gd name="connsiteX2" fmla="*/ 9914837 w 9914837"/>
              <a:gd name="connsiteY2" fmla="*/ 0 h 5040560"/>
              <a:gd name="connsiteX3" fmla="*/ 6429340 w 9914837"/>
              <a:gd name="connsiteY3" fmla="*/ 5040560 h 5040560"/>
              <a:gd name="connsiteX4" fmla="*/ 0 w 9914837"/>
              <a:gd name="connsiteY4" fmla="*/ 5040560 h 5040560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9914837 w 9914837"/>
              <a:gd name="connsiteY2" fmla="*/ 0 h 5040853"/>
              <a:gd name="connsiteX3" fmla="*/ 6429340 w 9914837"/>
              <a:gd name="connsiteY3" fmla="*/ 5040560 h 5040853"/>
              <a:gd name="connsiteX4" fmla="*/ 6190588 w 9914837"/>
              <a:gd name="connsiteY4" fmla="*/ 5040853 h 5040853"/>
              <a:gd name="connsiteX5" fmla="*/ 0 w 9914837"/>
              <a:gd name="connsiteY5" fmla="*/ 5040560 h 5040853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6190587 w 9914837"/>
              <a:gd name="connsiteY2" fmla="*/ 2127 h 5040853"/>
              <a:gd name="connsiteX3" fmla="*/ 9914837 w 9914837"/>
              <a:gd name="connsiteY3" fmla="*/ 0 h 5040853"/>
              <a:gd name="connsiteX4" fmla="*/ 6429340 w 9914837"/>
              <a:gd name="connsiteY4" fmla="*/ 5040560 h 5040853"/>
              <a:gd name="connsiteX5" fmla="*/ 6190588 w 9914837"/>
              <a:gd name="connsiteY5" fmla="*/ 5040853 h 5040853"/>
              <a:gd name="connsiteX6" fmla="*/ 0 w 9914837"/>
              <a:gd name="connsiteY6" fmla="*/ 5040560 h 5040853"/>
              <a:gd name="connsiteX0" fmla="*/ 0 w 6429340"/>
              <a:gd name="connsiteY0" fmla="*/ 5040560 h 5040853"/>
              <a:gd name="connsiteX1" fmla="*/ 3485497 w 6429340"/>
              <a:gd name="connsiteY1" fmla="*/ 0 h 5040853"/>
              <a:gd name="connsiteX2" fmla="*/ 6190587 w 6429340"/>
              <a:gd name="connsiteY2" fmla="*/ 2127 h 5040853"/>
              <a:gd name="connsiteX3" fmla="*/ 6429340 w 6429340"/>
              <a:gd name="connsiteY3" fmla="*/ 5040560 h 5040853"/>
              <a:gd name="connsiteX4" fmla="*/ 6190588 w 6429340"/>
              <a:gd name="connsiteY4" fmla="*/ 5040853 h 5040853"/>
              <a:gd name="connsiteX5" fmla="*/ 0 w 6429340"/>
              <a:gd name="connsiteY5" fmla="*/ 5040560 h 5040853"/>
              <a:gd name="connsiteX0" fmla="*/ 0 w 6190588"/>
              <a:gd name="connsiteY0" fmla="*/ 5040560 h 5040853"/>
              <a:gd name="connsiteX1" fmla="*/ 3485497 w 6190588"/>
              <a:gd name="connsiteY1" fmla="*/ 0 h 5040853"/>
              <a:gd name="connsiteX2" fmla="*/ 6190587 w 6190588"/>
              <a:gd name="connsiteY2" fmla="*/ 2127 h 5040853"/>
              <a:gd name="connsiteX3" fmla="*/ 6190588 w 6190588"/>
              <a:gd name="connsiteY3" fmla="*/ 5040853 h 5040853"/>
              <a:gd name="connsiteX4" fmla="*/ 0 w 6190588"/>
              <a:gd name="connsiteY4" fmla="*/ 5040560 h 504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0588" h="5040853">
                <a:moveTo>
                  <a:pt x="0" y="5040560"/>
                </a:moveTo>
                <a:lnTo>
                  <a:pt x="3485497" y="0"/>
                </a:lnTo>
                <a:lnTo>
                  <a:pt x="6190587" y="2127"/>
                </a:lnTo>
                <a:cubicBezTo>
                  <a:pt x="6190587" y="1681702"/>
                  <a:pt x="6190588" y="3361278"/>
                  <a:pt x="6190588" y="5040853"/>
                </a:cubicBezTo>
                <a:lnTo>
                  <a:pt x="0" y="5040560"/>
                </a:lnTo>
                <a:close/>
              </a:path>
            </a:pathLst>
          </a:custGeom>
          <a:solidFill>
            <a:srgbClr val="DEE1E2"/>
          </a:solidFill>
          <a:ln w="38100">
            <a:solidFill>
              <a:srgbClr val="DEE1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394453" y="548681"/>
            <a:ext cx="5565643" cy="1872209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91478" y="2420888"/>
            <a:ext cx="4773193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0" name="Slide Number Placeholder 5"/>
          <p:cNvSpPr txBox="1">
            <a:spLocks/>
          </p:cNvSpPr>
          <p:nvPr/>
        </p:nvSpPr>
        <p:spPr bwMode="gray">
          <a:xfrm>
            <a:off x="47331" y="6436353"/>
            <a:ext cx="495596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fld id="{35031298-4CBC-4EC8-B1EA-1DEB552B8D7C}" type="slidenum">
              <a:rPr lang="en-GB" sz="1333" smtClean="0">
                <a:solidFill>
                  <a:schemeClr val="bg1"/>
                </a:solidFill>
              </a:rPr>
              <a:pPr lvl="0"/>
              <a:t>‹#›</a:t>
            </a:fld>
            <a:endParaRPr lang="en-GB" sz="1333">
              <a:solidFill>
                <a:schemeClr val="bg1"/>
              </a:solidFill>
            </a:endParaRPr>
          </a:p>
        </p:txBody>
      </p:sp>
      <p:sp>
        <p:nvSpPr>
          <p:cNvPr id="13" name="Footer Placeholder 4"/>
          <p:cNvSpPr txBox="1">
            <a:spLocks/>
          </p:cNvSpPr>
          <p:nvPr/>
        </p:nvSpPr>
        <p:spPr bwMode="gray">
          <a:xfrm>
            <a:off x="757051" y="6456807"/>
            <a:ext cx="5338949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lvl="0" algn="r">
              <a:defRPr sz="1000">
                <a:solidFill>
                  <a:schemeClr val="tx2"/>
                </a:solidFill>
              </a:defRPr>
            </a:lvl1pPr>
          </a:lstStyle>
          <a:p>
            <a:pPr marL="0" lvl="0" algn="l" defTabSz="1219170" rtl="0" eaLnBrk="1" latinLnBrk="0" hangingPunct="1"/>
            <a:r>
              <a:rPr lang="en-US" sz="1067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murata.com</a:t>
            </a:r>
            <a:r>
              <a:rPr lang="en-US" sz="1067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 Copyright © Murata Manufacturing Co., Ltd. All rights</a:t>
            </a:r>
            <a:r>
              <a:rPr lang="en-US" sz="1067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reserved.</a:t>
            </a:r>
            <a:endParaRPr lang="en-GB" sz="1067" kern="120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Date Placeholder 3"/>
          <p:cNvSpPr txBox="1">
            <a:spLocks/>
          </p:cNvSpPr>
          <p:nvPr/>
        </p:nvSpPr>
        <p:spPr>
          <a:xfrm>
            <a:off x="5942478" y="6456807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chemeClr val="bg1"/>
                </a:solidFill>
              </a:rPr>
              <a:pPr lvl="0"/>
              <a:t>02 February 2022</a:t>
            </a:fld>
            <a:endParaRPr lang="en-GB" sz="1067">
              <a:solidFill>
                <a:schemeClr val="bg1"/>
              </a:solidFill>
            </a:endParaRPr>
          </a:p>
        </p:txBody>
      </p:sp>
      <p:sp>
        <p:nvSpPr>
          <p:cNvPr id="27" name="Parallelogram 26"/>
          <p:cNvSpPr/>
          <p:nvPr/>
        </p:nvSpPr>
        <p:spPr bwMode="gray">
          <a:xfrm rot="16200000" flipV="1">
            <a:off x="-327216" y="6436261"/>
            <a:ext cx="1133139" cy="768095"/>
          </a:xfrm>
          <a:prstGeom prst="parallelogram">
            <a:avLst>
              <a:gd name="adj" fmla="val 69149"/>
            </a:avLst>
          </a:prstGeom>
          <a:noFill/>
          <a:ln w="38100">
            <a:solidFill>
              <a:srgbClr val="DEE1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30" name="Slide Number Placeholder 5"/>
          <p:cNvSpPr txBox="1">
            <a:spLocks/>
          </p:cNvSpPr>
          <p:nvPr/>
        </p:nvSpPr>
        <p:spPr bwMode="gray">
          <a:xfrm>
            <a:off x="47331" y="6594785"/>
            <a:ext cx="495596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fld id="{35031298-4CBC-4EC8-B1EA-1DEB552B8D7C}" type="slidenum">
              <a:rPr lang="en-GB" sz="1333" b="1" smtClean="0">
                <a:solidFill>
                  <a:srgbClr val="7D858D"/>
                </a:solidFill>
              </a:rPr>
              <a:pPr lvl="0"/>
              <a:t>‹#›</a:t>
            </a:fld>
            <a:endParaRPr lang="en-GB" sz="1333" b="1">
              <a:solidFill>
                <a:srgbClr val="7D858D"/>
              </a:solidFill>
            </a:endParaRPr>
          </a:p>
        </p:txBody>
      </p:sp>
      <p:sp>
        <p:nvSpPr>
          <p:cNvPr id="31" name="Footer Placeholder 4"/>
          <p:cNvSpPr txBox="1">
            <a:spLocks/>
          </p:cNvSpPr>
          <p:nvPr/>
        </p:nvSpPr>
        <p:spPr bwMode="gray">
          <a:xfrm>
            <a:off x="757051" y="6621451"/>
            <a:ext cx="5338949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lvl="0" algn="r">
              <a:defRPr sz="1000">
                <a:solidFill>
                  <a:schemeClr val="tx2"/>
                </a:solidFill>
              </a:defRPr>
            </a:lvl1pPr>
          </a:lstStyle>
          <a:p>
            <a:pPr marL="0" lvl="0" algn="l" defTabSz="1219170" rtl="0" eaLnBrk="1" latinLnBrk="0" hangingPunct="1"/>
            <a:r>
              <a:rPr lang="en-US" sz="1067" kern="1200">
                <a:solidFill>
                  <a:srgbClr val="7D858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Murata Manufacturing Co., Ltd. All rights</a:t>
            </a:r>
            <a:r>
              <a:rPr lang="en-US" sz="1067" kern="1200" baseline="0">
                <a:solidFill>
                  <a:srgbClr val="7D858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reserved.</a:t>
            </a:r>
            <a:endParaRPr lang="en-GB" sz="1067" kern="1200">
              <a:solidFill>
                <a:srgbClr val="7D858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Date Placeholder 3"/>
          <p:cNvSpPr txBox="1">
            <a:spLocks/>
          </p:cNvSpPr>
          <p:nvPr/>
        </p:nvSpPr>
        <p:spPr>
          <a:xfrm>
            <a:off x="4751851" y="6621451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rgbClr val="7D858D"/>
                </a:solidFill>
              </a:rPr>
              <a:pPr lvl="0"/>
              <a:t>02 February 2022</a:t>
            </a:fld>
            <a:endParaRPr lang="en-GB" sz="1067">
              <a:solidFill>
                <a:srgbClr val="7D858D"/>
              </a:solidFill>
            </a:endParaRPr>
          </a:p>
        </p:txBody>
      </p:sp>
      <p:sp>
        <p:nvSpPr>
          <p:cNvPr id="21" name="Parallelogram 20"/>
          <p:cNvSpPr/>
          <p:nvPr/>
        </p:nvSpPr>
        <p:spPr bwMode="gray">
          <a:xfrm rot="16200000">
            <a:off x="7233945" y="2968549"/>
            <a:ext cx="883657" cy="488872"/>
          </a:xfrm>
          <a:prstGeom prst="parallelogram">
            <a:avLst>
              <a:gd name="adj" fmla="val 69149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9" y="274638"/>
            <a:ext cx="1207151" cy="41707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20209" y="1463521"/>
            <a:ext cx="4271792" cy="539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39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0"/>
          </p:nvPr>
        </p:nvSpPr>
        <p:spPr bwMode="gray">
          <a:xfrm>
            <a:off x="7962749" y="1396428"/>
            <a:ext cx="4392921" cy="5673795"/>
          </a:xfrm>
          <a:custGeom>
            <a:avLst/>
            <a:gdLst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0 w 3048704"/>
              <a:gd name="connsiteY4" fmla="*/ 0 h 5250180"/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  <a:gd name="connsiteX5" fmla="*/ 0 w 3048704"/>
              <a:gd name="connsiteY5" fmla="*/ 0 h 5250180"/>
              <a:gd name="connsiteX0" fmla="*/ 704 w 3048704"/>
              <a:gd name="connsiteY0" fmla="*/ 2206163 h 5345603"/>
              <a:gd name="connsiteX1" fmla="*/ 3048704 w 3048704"/>
              <a:gd name="connsiteY1" fmla="*/ 95423 h 5345603"/>
              <a:gd name="connsiteX2" fmla="*/ 3048704 w 3048704"/>
              <a:gd name="connsiteY2" fmla="*/ 5345603 h 5345603"/>
              <a:gd name="connsiteX3" fmla="*/ 0 w 3048704"/>
              <a:gd name="connsiteY3" fmla="*/ 5345603 h 5345603"/>
              <a:gd name="connsiteX4" fmla="*/ 704 w 3048704"/>
              <a:gd name="connsiteY4" fmla="*/ 2206163 h 5345603"/>
              <a:gd name="connsiteX0" fmla="*/ 704 w 3048704"/>
              <a:gd name="connsiteY0" fmla="*/ 211074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704" h="5250180">
                <a:moveTo>
                  <a:pt x="704" y="2110740"/>
                </a:moveTo>
                <a:lnTo>
                  <a:pt x="3048704" y="0"/>
                </a:lnTo>
                <a:lnTo>
                  <a:pt x="3048704" y="5250180"/>
                </a:lnTo>
                <a:lnTo>
                  <a:pt x="0" y="5250180"/>
                </a:lnTo>
                <a:cubicBezTo>
                  <a:pt x="235" y="4203700"/>
                  <a:pt x="469" y="3157220"/>
                  <a:pt x="704" y="2110740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solidFill>
              <a:srgbClr val="DEE1E2"/>
            </a:solidFill>
          </a:ln>
        </p:spPr>
        <p:txBody>
          <a:bodyPr lIns="0" tIns="0" rIns="0" bIns="0" anchor="ctr" anchorCtr="1">
            <a:noAutofit/>
          </a:bodyPr>
          <a:lstStyle>
            <a:lvl1pPr marL="0" indent="0" algn="ctr">
              <a:buNone/>
              <a:defRPr sz="1467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Parallelogram 14"/>
          <p:cNvSpPr/>
          <p:nvPr/>
        </p:nvSpPr>
        <p:spPr bwMode="gray">
          <a:xfrm rot="16200000" flipV="1">
            <a:off x="925674" y="-265274"/>
            <a:ext cx="6190588" cy="6721137"/>
          </a:xfrm>
          <a:custGeom>
            <a:avLst/>
            <a:gdLst>
              <a:gd name="connsiteX0" fmla="*/ 0 w 9914837"/>
              <a:gd name="connsiteY0" fmla="*/ 5040560 h 5040560"/>
              <a:gd name="connsiteX1" fmla="*/ 3485497 w 9914837"/>
              <a:gd name="connsiteY1" fmla="*/ 0 h 5040560"/>
              <a:gd name="connsiteX2" fmla="*/ 9914837 w 9914837"/>
              <a:gd name="connsiteY2" fmla="*/ 0 h 5040560"/>
              <a:gd name="connsiteX3" fmla="*/ 6429340 w 9914837"/>
              <a:gd name="connsiteY3" fmla="*/ 5040560 h 5040560"/>
              <a:gd name="connsiteX4" fmla="*/ 0 w 9914837"/>
              <a:gd name="connsiteY4" fmla="*/ 5040560 h 5040560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9914837 w 9914837"/>
              <a:gd name="connsiteY2" fmla="*/ 0 h 5040853"/>
              <a:gd name="connsiteX3" fmla="*/ 6429340 w 9914837"/>
              <a:gd name="connsiteY3" fmla="*/ 5040560 h 5040853"/>
              <a:gd name="connsiteX4" fmla="*/ 6190588 w 9914837"/>
              <a:gd name="connsiteY4" fmla="*/ 5040853 h 5040853"/>
              <a:gd name="connsiteX5" fmla="*/ 0 w 9914837"/>
              <a:gd name="connsiteY5" fmla="*/ 5040560 h 5040853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6190587 w 9914837"/>
              <a:gd name="connsiteY2" fmla="*/ 2127 h 5040853"/>
              <a:gd name="connsiteX3" fmla="*/ 9914837 w 9914837"/>
              <a:gd name="connsiteY3" fmla="*/ 0 h 5040853"/>
              <a:gd name="connsiteX4" fmla="*/ 6429340 w 9914837"/>
              <a:gd name="connsiteY4" fmla="*/ 5040560 h 5040853"/>
              <a:gd name="connsiteX5" fmla="*/ 6190588 w 9914837"/>
              <a:gd name="connsiteY5" fmla="*/ 5040853 h 5040853"/>
              <a:gd name="connsiteX6" fmla="*/ 0 w 9914837"/>
              <a:gd name="connsiteY6" fmla="*/ 5040560 h 5040853"/>
              <a:gd name="connsiteX0" fmla="*/ 0 w 6429340"/>
              <a:gd name="connsiteY0" fmla="*/ 5040560 h 5040853"/>
              <a:gd name="connsiteX1" fmla="*/ 3485497 w 6429340"/>
              <a:gd name="connsiteY1" fmla="*/ 0 h 5040853"/>
              <a:gd name="connsiteX2" fmla="*/ 6190587 w 6429340"/>
              <a:gd name="connsiteY2" fmla="*/ 2127 h 5040853"/>
              <a:gd name="connsiteX3" fmla="*/ 6429340 w 6429340"/>
              <a:gd name="connsiteY3" fmla="*/ 5040560 h 5040853"/>
              <a:gd name="connsiteX4" fmla="*/ 6190588 w 6429340"/>
              <a:gd name="connsiteY4" fmla="*/ 5040853 h 5040853"/>
              <a:gd name="connsiteX5" fmla="*/ 0 w 6429340"/>
              <a:gd name="connsiteY5" fmla="*/ 5040560 h 5040853"/>
              <a:gd name="connsiteX0" fmla="*/ 0 w 6190588"/>
              <a:gd name="connsiteY0" fmla="*/ 5040560 h 5040853"/>
              <a:gd name="connsiteX1" fmla="*/ 3485497 w 6190588"/>
              <a:gd name="connsiteY1" fmla="*/ 0 h 5040853"/>
              <a:gd name="connsiteX2" fmla="*/ 6190587 w 6190588"/>
              <a:gd name="connsiteY2" fmla="*/ 2127 h 5040853"/>
              <a:gd name="connsiteX3" fmla="*/ 6190588 w 6190588"/>
              <a:gd name="connsiteY3" fmla="*/ 5040853 h 5040853"/>
              <a:gd name="connsiteX4" fmla="*/ 0 w 6190588"/>
              <a:gd name="connsiteY4" fmla="*/ 5040560 h 504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0588" h="5040853">
                <a:moveTo>
                  <a:pt x="0" y="5040560"/>
                </a:moveTo>
                <a:lnTo>
                  <a:pt x="3485497" y="0"/>
                </a:lnTo>
                <a:lnTo>
                  <a:pt x="6190587" y="2127"/>
                </a:lnTo>
                <a:cubicBezTo>
                  <a:pt x="6190587" y="1681702"/>
                  <a:pt x="6190588" y="3361278"/>
                  <a:pt x="6190588" y="5040853"/>
                </a:cubicBezTo>
                <a:lnTo>
                  <a:pt x="0" y="5040560"/>
                </a:lnTo>
                <a:close/>
              </a:path>
            </a:pathLst>
          </a:custGeom>
          <a:solidFill>
            <a:srgbClr val="DEE1E2"/>
          </a:solidFill>
          <a:ln w="38100">
            <a:solidFill>
              <a:srgbClr val="DEE1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394453" y="548681"/>
            <a:ext cx="5565643" cy="1872209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91478" y="2420888"/>
            <a:ext cx="4773193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Date Placeholder 3"/>
          <p:cNvSpPr txBox="1">
            <a:spLocks/>
          </p:cNvSpPr>
          <p:nvPr/>
        </p:nvSpPr>
        <p:spPr>
          <a:xfrm>
            <a:off x="5942478" y="6456807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chemeClr val="bg1"/>
                </a:solidFill>
              </a:rPr>
              <a:pPr lvl="0"/>
              <a:t>02 February 2022</a:t>
            </a:fld>
            <a:endParaRPr lang="en-GB" sz="1067">
              <a:solidFill>
                <a:schemeClr val="bg1"/>
              </a:solidFill>
            </a:endParaRPr>
          </a:p>
        </p:txBody>
      </p:sp>
      <p:sp>
        <p:nvSpPr>
          <p:cNvPr id="21" name="Parallelogram 20"/>
          <p:cNvSpPr/>
          <p:nvPr/>
        </p:nvSpPr>
        <p:spPr bwMode="gray">
          <a:xfrm rot="16200000" flipV="1">
            <a:off x="-327216" y="6436261"/>
            <a:ext cx="1133139" cy="768095"/>
          </a:xfrm>
          <a:prstGeom prst="parallelogram">
            <a:avLst>
              <a:gd name="adj" fmla="val 69149"/>
            </a:avLst>
          </a:prstGeom>
          <a:noFill/>
          <a:ln w="38100">
            <a:solidFill>
              <a:srgbClr val="DEE1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4" name="Slide Number Placeholder 5"/>
          <p:cNvSpPr txBox="1">
            <a:spLocks/>
          </p:cNvSpPr>
          <p:nvPr/>
        </p:nvSpPr>
        <p:spPr bwMode="gray">
          <a:xfrm>
            <a:off x="47331" y="6594785"/>
            <a:ext cx="495596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fld id="{35031298-4CBC-4EC8-B1EA-1DEB552B8D7C}" type="slidenum">
              <a:rPr lang="en-GB" sz="1333" b="1" smtClean="0">
                <a:solidFill>
                  <a:srgbClr val="7D858D"/>
                </a:solidFill>
              </a:rPr>
              <a:pPr lvl="0"/>
              <a:t>‹#›</a:t>
            </a:fld>
            <a:endParaRPr lang="en-GB" sz="1333" b="1">
              <a:solidFill>
                <a:srgbClr val="7D858D"/>
              </a:solidFill>
            </a:endParaRPr>
          </a:p>
        </p:txBody>
      </p:sp>
      <p:sp>
        <p:nvSpPr>
          <p:cNvPr id="25" name="Footer Placeholder 4"/>
          <p:cNvSpPr txBox="1">
            <a:spLocks/>
          </p:cNvSpPr>
          <p:nvPr/>
        </p:nvSpPr>
        <p:spPr bwMode="gray">
          <a:xfrm>
            <a:off x="757051" y="6621451"/>
            <a:ext cx="5338949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lvl="0" algn="r">
              <a:defRPr sz="1000">
                <a:solidFill>
                  <a:schemeClr val="tx2"/>
                </a:solidFill>
              </a:defRPr>
            </a:lvl1pPr>
          </a:lstStyle>
          <a:p>
            <a:pPr marL="0" lvl="0" algn="l" defTabSz="1219170" rtl="0" eaLnBrk="1" latinLnBrk="0" hangingPunct="1"/>
            <a:r>
              <a:rPr lang="en-US" sz="1067" kern="1200">
                <a:solidFill>
                  <a:srgbClr val="7D858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Murata Manufacturing Co., Ltd. All rights</a:t>
            </a:r>
            <a:r>
              <a:rPr lang="en-US" sz="1067" kern="1200" baseline="0">
                <a:solidFill>
                  <a:srgbClr val="7D858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reserved.</a:t>
            </a:r>
            <a:endParaRPr lang="en-GB" sz="1067" kern="1200">
              <a:solidFill>
                <a:srgbClr val="7D858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Date Placeholder 3"/>
          <p:cNvSpPr txBox="1">
            <a:spLocks/>
          </p:cNvSpPr>
          <p:nvPr/>
        </p:nvSpPr>
        <p:spPr>
          <a:xfrm>
            <a:off x="4751851" y="6621451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rgbClr val="7D858D"/>
                </a:solidFill>
              </a:rPr>
              <a:pPr lvl="0"/>
              <a:t>02 February 2022</a:t>
            </a:fld>
            <a:endParaRPr lang="en-GB" sz="1067">
              <a:solidFill>
                <a:srgbClr val="7D858D"/>
              </a:solidFill>
            </a:endParaRPr>
          </a:p>
        </p:txBody>
      </p:sp>
      <p:sp>
        <p:nvSpPr>
          <p:cNvPr id="13" name="Parallelogram 12"/>
          <p:cNvSpPr/>
          <p:nvPr/>
        </p:nvSpPr>
        <p:spPr bwMode="gray">
          <a:xfrm rot="16200000">
            <a:off x="7233945" y="2968549"/>
            <a:ext cx="883657" cy="488872"/>
          </a:xfrm>
          <a:prstGeom prst="parallelogram">
            <a:avLst>
              <a:gd name="adj" fmla="val 69149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9" y="274638"/>
            <a:ext cx="1207151" cy="4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92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0"/>
          </p:nvPr>
        </p:nvSpPr>
        <p:spPr bwMode="gray">
          <a:xfrm>
            <a:off x="7962749" y="1396428"/>
            <a:ext cx="4392921" cy="5673795"/>
          </a:xfrm>
          <a:custGeom>
            <a:avLst/>
            <a:gdLst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0 w 3048704"/>
              <a:gd name="connsiteY4" fmla="*/ 0 h 5250180"/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  <a:gd name="connsiteX5" fmla="*/ 0 w 3048704"/>
              <a:gd name="connsiteY5" fmla="*/ 0 h 5250180"/>
              <a:gd name="connsiteX0" fmla="*/ 704 w 3048704"/>
              <a:gd name="connsiteY0" fmla="*/ 2206163 h 5345603"/>
              <a:gd name="connsiteX1" fmla="*/ 3048704 w 3048704"/>
              <a:gd name="connsiteY1" fmla="*/ 95423 h 5345603"/>
              <a:gd name="connsiteX2" fmla="*/ 3048704 w 3048704"/>
              <a:gd name="connsiteY2" fmla="*/ 5345603 h 5345603"/>
              <a:gd name="connsiteX3" fmla="*/ 0 w 3048704"/>
              <a:gd name="connsiteY3" fmla="*/ 5345603 h 5345603"/>
              <a:gd name="connsiteX4" fmla="*/ 704 w 3048704"/>
              <a:gd name="connsiteY4" fmla="*/ 2206163 h 5345603"/>
              <a:gd name="connsiteX0" fmla="*/ 704 w 3048704"/>
              <a:gd name="connsiteY0" fmla="*/ 211074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704" h="5250180">
                <a:moveTo>
                  <a:pt x="704" y="2110740"/>
                </a:moveTo>
                <a:lnTo>
                  <a:pt x="3048704" y="0"/>
                </a:lnTo>
                <a:lnTo>
                  <a:pt x="3048704" y="5250180"/>
                </a:lnTo>
                <a:lnTo>
                  <a:pt x="0" y="5250180"/>
                </a:lnTo>
                <a:cubicBezTo>
                  <a:pt x="235" y="4203700"/>
                  <a:pt x="469" y="3157220"/>
                  <a:pt x="704" y="21107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38100">
            <a:solidFill>
              <a:srgbClr val="DEE1E2"/>
            </a:solidFill>
          </a:ln>
        </p:spPr>
        <p:txBody>
          <a:bodyPr lIns="0" tIns="0" rIns="0" bIns="0" anchor="ctr" anchorCtr="1">
            <a:noAutofit/>
          </a:bodyPr>
          <a:lstStyle>
            <a:lvl1pPr marL="0" indent="0" algn="ctr">
              <a:buNone/>
              <a:defRPr sz="1467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arallelogram 14"/>
          <p:cNvSpPr/>
          <p:nvPr/>
        </p:nvSpPr>
        <p:spPr bwMode="gray">
          <a:xfrm rot="16200000" flipV="1">
            <a:off x="925674" y="-265274"/>
            <a:ext cx="6190588" cy="6721137"/>
          </a:xfrm>
          <a:custGeom>
            <a:avLst/>
            <a:gdLst>
              <a:gd name="connsiteX0" fmla="*/ 0 w 9914837"/>
              <a:gd name="connsiteY0" fmla="*/ 5040560 h 5040560"/>
              <a:gd name="connsiteX1" fmla="*/ 3485497 w 9914837"/>
              <a:gd name="connsiteY1" fmla="*/ 0 h 5040560"/>
              <a:gd name="connsiteX2" fmla="*/ 9914837 w 9914837"/>
              <a:gd name="connsiteY2" fmla="*/ 0 h 5040560"/>
              <a:gd name="connsiteX3" fmla="*/ 6429340 w 9914837"/>
              <a:gd name="connsiteY3" fmla="*/ 5040560 h 5040560"/>
              <a:gd name="connsiteX4" fmla="*/ 0 w 9914837"/>
              <a:gd name="connsiteY4" fmla="*/ 5040560 h 5040560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9914837 w 9914837"/>
              <a:gd name="connsiteY2" fmla="*/ 0 h 5040853"/>
              <a:gd name="connsiteX3" fmla="*/ 6429340 w 9914837"/>
              <a:gd name="connsiteY3" fmla="*/ 5040560 h 5040853"/>
              <a:gd name="connsiteX4" fmla="*/ 6190588 w 9914837"/>
              <a:gd name="connsiteY4" fmla="*/ 5040853 h 5040853"/>
              <a:gd name="connsiteX5" fmla="*/ 0 w 9914837"/>
              <a:gd name="connsiteY5" fmla="*/ 5040560 h 5040853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6190587 w 9914837"/>
              <a:gd name="connsiteY2" fmla="*/ 2127 h 5040853"/>
              <a:gd name="connsiteX3" fmla="*/ 9914837 w 9914837"/>
              <a:gd name="connsiteY3" fmla="*/ 0 h 5040853"/>
              <a:gd name="connsiteX4" fmla="*/ 6429340 w 9914837"/>
              <a:gd name="connsiteY4" fmla="*/ 5040560 h 5040853"/>
              <a:gd name="connsiteX5" fmla="*/ 6190588 w 9914837"/>
              <a:gd name="connsiteY5" fmla="*/ 5040853 h 5040853"/>
              <a:gd name="connsiteX6" fmla="*/ 0 w 9914837"/>
              <a:gd name="connsiteY6" fmla="*/ 5040560 h 5040853"/>
              <a:gd name="connsiteX0" fmla="*/ 0 w 6429340"/>
              <a:gd name="connsiteY0" fmla="*/ 5040560 h 5040853"/>
              <a:gd name="connsiteX1" fmla="*/ 3485497 w 6429340"/>
              <a:gd name="connsiteY1" fmla="*/ 0 h 5040853"/>
              <a:gd name="connsiteX2" fmla="*/ 6190587 w 6429340"/>
              <a:gd name="connsiteY2" fmla="*/ 2127 h 5040853"/>
              <a:gd name="connsiteX3" fmla="*/ 6429340 w 6429340"/>
              <a:gd name="connsiteY3" fmla="*/ 5040560 h 5040853"/>
              <a:gd name="connsiteX4" fmla="*/ 6190588 w 6429340"/>
              <a:gd name="connsiteY4" fmla="*/ 5040853 h 5040853"/>
              <a:gd name="connsiteX5" fmla="*/ 0 w 6429340"/>
              <a:gd name="connsiteY5" fmla="*/ 5040560 h 5040853"/>
              <a:gd name="connsiteX0" fmla="*/ 0 w 6190588"/>
              <a:gd name="connsiteY0" fmla="*/ 5040560 h 5040853"/>
              <a:gd name="connsiteX1" fmla="*/ 3485497 w 6190588"/>
              <a:gd name="connsiteY1" fmla="*/ 0 h 5040853"/>
              <a:gd name="connsiteX2" fmla="*/ 6190587 w 6190588"/>
              <a:gd name="connsiteY2" fmla="*/ 2127 h 5040853"/>
              <a:gd name="connsiteX3" fmla="*/ 6190588 w 6190588"/>
              <a:gd name="connsiteY3" fmla="*/ 5040853 h 5040853"/>
              <a:gd name="connsiteX4" fmla="*/ 0 w 6190588"/>
              <a:gd name="connsiteY4" fmla="*/ 5040560 h 504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0588" h="5040853">
                <a:moveTo>
                  <a:pt x="0" y="5040560"/>
                </a:moveTo>
                <a:lnTo>
                  <a:pt x="3485497" y="0"/>
                </a:lnTo>
                <a:lnTo>
                  <a:pt x="6190587" y="2127"/>
                </a:lnTo>
                <a:cubicBezTo>
                  <a:pt x="6190587" y="1681702"/>
                  <a:pt x="6190588" y="3361278"/>
                  <a:pt x="6190588" y="5040853"/>
                </a:cubicBezTo>
                <a:lnTo>
                  <a:pt x="0" y="5040560"/>
                </a:lnTo>
                <a:close/>
              </a:path>
            </a:pathLst>
          </a:custGeom>
          <a:solidFill>
            <a:srgbClr val="DEE1E2"/>
          </a:solidFill>
          <a:ln w="38100">
            <a:solidFill>
              <a:srgbClr val="DEE1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16" name="Parallelogram 15"/>
          <p:cNvSpPr/>
          <p:nvPr/>
        </p:nvSpPr>
        <p:spPr bwMode="gray">
          <a:xfrm rot="16200000" flipV="1">
            <a:off x="-327216" y="6436261"/>
            <a:ext cx="1133139" cy="768095"/>
          </a:xfrm>
          <a:prstGeom prst="parallelogram">
            <a:avLst>
              <a:gd name="adj" fmla="val 69149"/>
            </a:avLst>
          </a:prstGeom>
          <a:noFill/>
          <a:ln w="38100">
            <a:solidFill>
              <a:srgbClr val="DEE1E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1" name="Parallelogram 20"/>
          <p:cNvSpPr/>
          <p:nvPr/>
        </p:nvSpPr>
        <p:spPr bwMode="gray">
          <a:xfrm rot="16200000">
            <a:off x="7233945" y="2968549"/>
            <a:ext cx="883657" cy="488872"/>
          </a:xfrm>
          <a:prstGeom prst="parallelogram">
            <a:avLst>
              <a:gd name="adj" fmla="val 69149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394453" y="548681"/>
            <a:ext cx="5565643" cy="1872209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91478" y="2420888"/>
            <a:ext cx="4773193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1" name="Date Placeholder 3"/>
          <p:cNvSpPr txBox="1">
            <a:spLocks/>
          </p:cNvSpPr>
          <p:nvPr/>
        </p:nvSpPr>
        <p:spPr>
          <a:xfrm>
            <a:off x="5942478" y="6456807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chemeClr val="bg1"/>
                </a:solidFill>
              </a:rPr>
              <a:pPr lvl="0"/>
              <a:t>02 February 2022</a:t>
            </a:fld>
            <a:endParaRPr lang="en-GB" sz="1067">
              <a:solidFill>
                <a:schemeClr val="bg1"/>
              </a:solidFill>
            </a:endParaRPr>
          </a:p>
        </p:txBody>
      </p:sp>
      <p:sp>
        <p:nvSpPr>
          <p:cNvPr id="23" name="Slide Number Placeholder 5"/>
          <p:cNvSpPr txBox="1">
            <a:spLocks/>
          </p:cNvSpPr>
          <p:nvPr/>
        </p:nvSpPr>
        <p:spPr bwMode="gray">
          <a:xfrm>
            <a:off x="47331" y="6594785"/>
            <a:ext cx="495596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fld id="{35031298-4CBC-4EC8-B1EA-1DEB552B8D7C}" type="slidenum">
              <a:rPr lang="en-GB" sz="1333" b="1" smtClean="0">
                <a:solidFill>
                  <a:srgbClr val="7D858D"/>
                </a:solidFill>
              </a:rPr>
              <a:pPr lvl="0"/>
              <a:t>‹#›</a:t>
            </a:fld>
            <a:endParaRPr lang="en-GB" sz="1333" b="1">
              <a:solidFill>
                <a:srgbClr val="7D858D"/>
              </a:solidFill>
            </a:endParaRPr>
          </a:p>
        </p:txBody>
      </p:sp>
      <p:sp>
        <p:nvSpPr>
          <p:cNvPr id="24" name="Footer Placeholder 4"/>
          <p:cNvSpPr txBox="1">
            <a:spLocks/>
          </p:cNvSpPr>
          <p:nvPr/>
        </p:nvSpPr>
        <p:spPr bwMode="gray">
          <a:xfrm>
            <a:off x="757051" y="6621451"/>
            <a:ext cx="5338949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lvl="0" algn="r">
              <a:defRPr sz="1000">
                <a:solidFill>
                  <a:schemeClr val="tx2"/>
                </a:solidFill>
              </a:defRPr>
            </a:lvl1pPr>
          </a:lstStyle>
          <a:p>
            <a:pPr marL="0" lvl="0" algn="l" defTabSz="1219170" rtl="0" eaLnBrk="1" latinLnBrk="0" hangingPunct="1"/>
            <a:r>
              <a:rPr lang="en-US" sz="1067" kern="1200">
                <a:solidFill>
                  <a:srgbClr val="7D858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Murata Manufacturing Co., Ltd. All rights</a:t>
            </a:r>
            <a:r>
              <a:rPr lang="en-US" sz="1067" kern="1200" baseline="0">
                <a:solidFill>
                  <a:srgbClr val="7D858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reserved.</a:t>
            </a:r>
            <a:endParaRPr lang="en-GB" sz="1067" kern="1200">
              <a:solidFill>
                <a:srgbClr val="7D858D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Date Placeholder 3"/>
          <p:cNvSpPr txBox="1">
            <a:spLocks/>
          </p:cNvSpPr>
          <p:nvPr/>
        </p:nvSpPr>
        <p:spPr>
          <a:xfrm>
            <a:off x="4751851" y="6621451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rgbClr val="7D858D"/>
                </a:solidFill>
              </a:rPr>
              <a:pPr lvl="0"/>
              <a:t>02 February 2022</a:t>
            </a:fld>
            <a:endParaRPr lang="en-GB" sz="1067">
              <a:solidFill>
                <a:srgbClr val="7D858D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9" y="274638"/>
            <a:ext cx="1207151" cy="4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263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7D85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 14"/>
          <p:cNvSpPr/>
          <p:nvPr/>
        </p:nvSpPr>
        <p:spPr bwMode="gray">
          <a:xfrm rot="16200000" flipV="1">
            <a:off x="925674" y="-265274"/>
            <a:ext cx="6190588" cy="6721137"/>
          </a:xfrm>
          <a:custGeom>
            <a:avLst/>
            <a:gdLst>
              <a:gd name="connsiteX0" fmla="*/ 0 w 9914837"/>
              <a:gd name="connsiteY0" fmla="*/ 5040560 h 5040560"/>
              <a:gd name="connsiteX1" fmla="*/ 3485497 w 9914837"/>
              <a:gd name="connsiteY1" fmla="*/ 0 h 5040560"/>
              <a:gd name="connsiteX2" fmla="*/ 9914837 w 9914837"/>
              <a:gd name="connsiteY2" fmla="*/ 0 h 5040560"/>
              <a:gd name="connsiteX3" fmla="*/ 6429340 w 9914837"/>
              <a:gd name="connsiteY3" fmla="*/ 5040560 h 5040560"/>
              <a:gd name="connsiteX4" fmla="*/ 0 w 9914837"/>
              <a:gd name="connsiteY4" fmla="*/ 5040560 h 5040560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9914837 w 9914837"/>
              <a:gd name="connsiteY2" fmla="*/ 0 h 5040853"/>
              <a:gd name="connsiteX3" fmla="*/ 6429340 w 9914837"/>
              <a:gd name="connsiteY3" fmla="*/ 5040560 h 5040853"/>
              <a:gd name="connsiteX4" fmla="*/ 6190588 w 9914837"/>
              <a:gd name="connsiteY4" fmla="*/ 5040853 h 5040853"/>
              <a:gd name="connsiteX5" fmla="*/ 0 w 9914837"/>
              <a:gd name="connsiteY5" fmla="*/ 5040560 h 5040853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6190587 w 9914837"/>
              <a:gd name="connsiteY2" fmla="*/ 2127 h 5040853"/>
              <a:gd name="connsiteX3" fmla="*/ 9914837 w 9914837"/>
              <a:gd name="connsiteY3" fmla="*/ 0 h 5040853"/>
              <a:gd name="connsiteX4" fmla="*/ 6429340 w 9914837"/>
              <a:gd name="connsiteY4" fmla="*/ 5040560 h 5040853"/>
              <a:gd name="connsiteX5" fmla="*/ 6190588 w 9914837"/>
              <a:gd name="connsiteY5" fmla="*/ 5040853 h 5040853"/>
              <a:gd name="connsiteX6" fmla="*/ 0 w 9914837"/>
              <a:gd name="connsiteY6" fmla="*/ 5040560 h 5040853"/>
              <a:gd name="connsiteX0" fmla="*/ 0 w 6429340"/>
              <a:gd name="connsiteY0" fmla="*/ 5040560 h 5040853"/>
              <a:gd name="connsiteX1" fmla="*/ 3485497 w 6429340"/>
              <a:gd name="connsiteY1" fmla="*/ 0 h 5040853"/>
              <a:gd name="connsiteX2" fmla="*/ 6190587 w 6429340"/>
              <a:gd name="connsiteY2" fmla="*/ 2127 h 5040853"/>
              <a:gd name="connsiteX3" fmla="*/ 6429340 w 6429340"/>
              <a:gd name="connsiteY3" fmla="*/ 5040560 h 5040853"/>
              <a:gd name="connsiteX4" fmla="*/ 6190588 w 6429340"/>
              <a:gd name="connsiteY4" fmla="*/ 5040853 h 5040853"/>
              <a:gd name="connsiteX5" fmla="*/ 0 w 6429340"/>
              <a:gd name="connsiteY5" fmla="*/ 5040560 h 5040853"/>
              <a:gd name="connsiteX0" fmla="*/ 0 w 6190588"/>
              <a:gd name="connsiteY0" fmla="*/ 5040560 h 5040853"/>
              <a:gd name="connsiteX1" fmla="*/ 3485497 w 6190588"/>
              <a:gd name="connsiteY1" fmla="*/ 0 h 5040853"/>
              <a:gd name="connsiteX2" fmla="*/ 6190587 w 6190588"/>
              <a:gd name="connsiteY2" fmla="*/ 2127 h 5040853"/>
              <a:gd name="connsiteX3" fmla="*/ 6190588 w 6190588"/>
              <a:gd name="connsiteY3" fmla="*/ 5040853 h 5040853"/>
              <a:gd name="connsiteX4" fmla="*/ 0 w 6190588"/>
              <a:gd name="connsiteY4" fmla="*/ 5040560 h 504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0588" h="5040853">
                <a:moveTo>
                  <a:pt x="0" y="5040560"/>
                </a:moveTo>
                <a:lnTo>
                  <a:pt x="3485497" y="0"/>
                </a:lnTo>
                <a:lnTo>
                  <a:pt x="6190587" y="2127"/>
                </a:lnTo>
                <a:cubicBezTo>
                  <a:pt x="6190587" y="1681702"/>
                  <a:pt x="6190588" y="3361278"/>
                  <a:pt x="6190588" y="5040853"/>
                </a:cubicBezTo>
                <a:lnTo>
                  <a:pt x="0" y="5040560"/>
                </a:lnTo>
                <a:close/>
              </a:path>
            </a:pathLst>
          </a:custGeom>
          <a:solidFill>
            <a:schemeClr val="accent2"/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394453" y="548681"/>
            <a:ext cx="5565643" cy="1872209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91478" y="2420888"/>
            <a:ext cx="4773193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8" name="Slide Number Placeholder 5"/>
          <p:cNvSpPr txBox="1">
            <a:spLocks/>
          </p:cNvSpPr>
          <p:nvPr/>
        </p:nvSpPr>
        <p:spPr bwMode="gray">
          <a:xfrm>
            <a:off x="47331" y="6594785"/>
            <a:ext cx="495596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fld id="{35031298-4CBC-4EC8-B1EA-1DEB552B8D7C}" type="slidenum">
              <a:rPr lang="en-GB" sz="1333" b="1" smtClean="0">
                <a:solidFill>
                  <a:schemeClr val="bg1"/>
                </a:solidFill>
              </a:rPr>
              <a:pPr lvl="0"/>
              <a:t>‹#›</a:t>
            </a:fld>
            <a:endParaRPr lang="en-GB" sz="1333" b="1">
              <a:solidFill>
                <a:schemeClr val="bg1"/>
              </a:solidFill>
            </a:endParaRPr>
          </a:p>
        </p:txBody>
      </p:sp>
      <p:sp>
        <p:nvSpPr>
          <p:cNvPr id="20" name="Footer Placeholder 4"/>
          <p:cNvSpPr txBox="1">
            <a:spLocks/>
          </p:cNvSpPr>
          <p:nvPr/>
        </p:nvSpPr>
        <p:spPr bwMode="gray">
          <a:xfrm>
            <a:off x="757051" y="6621451"/>
            <a:ext cx="5338949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lvl="0" algn="r">
              <a:defRPr sz="1000">
                <a:solidFill>
                  <a:schemeClr val="tx2"/>
                </a:solidFill>
              </a:defRPr>
            </a:lvl1pPr>
          </a:lstStyle>
          <a:p>
            <a:pPr marL="0" lvl="0" algn="l" defTabSz="1219170" rtl="0" eaLnBrk="1" latinLnBrk="0" hangingPunct="1"/>
            <a:r>
              <a:rPr lang="en-US" sz="1067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Murata Manufacturing Co., Ltd. All rights</a:t>
            </a:r>
            <a:r>
              <a:rPr lang="en-US" sz="1067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reserved.</a:t>
            </a:r>
            <a:endParaRPr lang="en-GB" sz="1067" kern="120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Date Placeholder 3"/>
          <p:cNvSpPr txBox="1">
            <a:spLocks/>
          </p:cNvSpPr>
          <p:nvPr/>
        </p:nvSpPr>
        <p:spPr>
          <a:xfrm>
            <a:off x="4751851" y="6621451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chemeClr val="bg1"/>
                </a:solidFill>
              </a:rPr>
              <a:pPr lvl="0"/>
              <a:t>02 February 2022</a:t>
            </a:fld>
            <a:endParaRPr lang="en-GB" sz="1067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5909" y="274388"/>
            <a:ext cx="1209691" cy="417211"/>
          </a:xfrm>
          <a:prstGeom prst="rect">
            <a:avLst/>
          </a:prstGeom>
        </p:spPr>
      </p:pic>
      <p:sp>
        <p:nvSpPr>
          <p:cNvPr id="14" name="Parallelogram 13"/>
          <p:cNvSpPr/>
          <p:nvPr/>
        </p:nvSpPr>
        <p:spPr bwMode="gray">
          <a:xfrm rot="16200000" flipV="1">
            <a:off x="-327216" y="6436261"/>
            <a:ext cx="1133139" cy="768095"/>
          </a:xfrm>
          <a:prstGeom prst="parallelogram">
            <a:avLst>
              <a:gd name="adj" fmla="val 69149"/>
            </a:avLst>
          </a:prstGeom>
          <a:noFill/>
          <a:ln w="38100">
            <a:solidFill>
              <a:srgbClr val="9DA4A9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16" name="Parallelogram 15"/>
          <p:cNvSpPr/>
          <p:nvPr/>
        </p:nvSpPr>
        <p:spPr bwMode="gray">
          <a:xfrm rot="16200000">
            <a:off x="7233945" y="2968549"/>
            <a:ext cx="883657" cy="488872"/>
          </a:xfrm>
          <a:prstGeom prst="parallelogram">
            <a:avLst>
              <a:gd name="adj" fmla="val 69149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988" b="3637"/>
          <a:stretch/>
        </p:blipFill>
        <p:spPr>
          <a:xfrm>
            <a:off x="7947557" y="1493960"/>
            <a:ext cx="4244443" cy="532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0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">
    <p:bg>
      <p:bgPr>
        <a:solidFill>
          <a:srgbClr val="7D85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/>
          <p:cNvSpPr/>
          <p:nvPr/>
        </p:nvSpPr>
        <p:spPr bwMode="gray">
          <a:xfrm rot="16200000" flipV="1">
            <a:off x="925674" y="-265274"/>
            <a:ext cx="6190588" cy="6721137"/>
          </a:xfrm>
          <a:custGeom>
            <a:avLst/>
            <a:gdLst>
              <a:gd name="connsiteX0" fmla="*/ 0 w 9914837"/>
              <a:gd name="connsiteY0" fmla="*/ 5040560 h 5040560"/>
              <a:gd name="connsiteX1" fmla="*/ 3485497 w 9914837"/>
              <a:gd name="connsiteY1" fmla="*/ 0 h 5040560"/>
              <a:gd name="connsiteX2" fmla="*/ 9914837 w 9914837"/>
              <a:gd name="connsiteY2" fmla="*/ 0 h 5040560"/>
              <a:gd name="connsiteX3" fmla="*/ 6429340 w 9914837"/>
              <a:gd name="connsiteY3" fmla="*/ 5040560 h 5040560"/>
              <a:gd name="connsiteX4" fmla="*/ 0 w 9914837"/>
              <a:gd name="connsiteY4" fmla="*/ 5040560 h 5040560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9914837 w 9914837"/>
              <a:gd name="connsiteY2" fmla="*/ 0 h 5040853"/>
              <a:gd name="connsiteX3" fmla="*/ 6429340 w 9914837"/>
              <a:gd name="connsiteY3" fmla="*/ 5040560 h 5040853"/>
              <a:gd name="connsiteX4" fmla="*/ 6190588 w 9914837"/>
              <a:gd name="connsiteY4" fmla="*/ 5040853 h 5040853"/>
              <a:gd name="connsiteX5" fmla="*/ 0 w 9914837"/>
              <a:gd name="connsiteY5" fmla="*/ 5040560 h 5040853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6190587 w 9914837"/>
              <a:gd name="connsiteY2" fmla="*/ 2127 h 5040853"/>
              <a:gd name="connsiteX3" fmla="*/ 9914837 w 9914837"/>
              <a:gd name="connsiteY3" fmla="*/ 0 h 5040853"/>
              <a:gd name="connsiteX4" fmla="*/ 6429340 w 9914837"/>
              <a:gd name="connsiteY4" fmla="*/ 5040560 h 5040853"/>
              <a:gd name="connsiteX5" fmla="*/ 6190588 w 9914837"/>
              <a:gd name="connsiteY5" fmla="*/ 5040853 h 5040853"/>
              <a:gd name="connsiteX6" fmla="*/ 0 w 9914837"/>
              <a:gd name="connsiteY6" fmla="*/ 5040560 h 5040853"/>
              <a:gd name="connsiteX0" fmla="*/ 0 w 6429340"/>
              <a:gd name="connsiteY0" fmla="*/ 5040560 h 5040853"/>
              <a:gd name="connsiteX1" fmla="*/ 3485497 w 6429340"/>
              <a:gd name="connsiteY1" fmla="*/ 0 h 5040853"/>
              <a:gd name="connsiteX2" fmla="*/ 6190587 w 6429340"/>
              <a:gd name="connsiteY2" fmla="*/ 2127 h 5040853"/>
              <a:gd name="connsiteX3" fmla="*/ 6429340 w 6429340"/>
              <a:gd name="connsiteY3" fmla="*/ 5040560 h 5040853"/>
              <a:gd name="connsiteX4" fmla="*/ 6190588 w 6429340"/>
              <a:gd name="connsiteY4" fmla="*/ 5040853 h 5040853"/>
              <a:gd name="connsiteX5" fmla="*/ 0 w 6429340"/>
              <a:gd name="connsiteY5" fmla="*/ 5040560 h 5040853"/>
              <a:gd name="connsiteX0" fmla="*/ 0 w 6190588"/>
              <a:gd name="connsiteY0" fmla="*/ 5040560 h 5040853"/>
              <a:gd name="connsiteX1" fmla="*/ 3485497 w 6190588"/>
              <a:gd name="connsiteY1" fmla="*/ 0 h 5040853"/>
              <a:gd name="connsiteX2" fmla="*/ 6190587 w 6190588"/>
              <a:gd name="connsiteY2" fmla="*/ 2127 h 5040853"/>
              <a:gd name="connsiteX3" fmla="*/ 6190588 w 6190588"/>
              <a:gd name="connsiteY3" fmla="*/ 5040853 h 5040853"/>
              <a:gd name="connsiteX4" fmla="*/ 0 w 6190588"/>
              <a:gd name="connsiteY4" fmla="*/ 5040560 h 504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0588" h="5040853">
                <a:moveTo>
                  <a:pt x="0" y="5040560"/>
                </a:moveTo>
                <a:lnTo>
                  <a:pt x="3485497" y="0"/>
                </a:lnTo>
                <a:lnTo>
                  <a:pt x="6190587" y="2127"/>
                </a:lnTo>
                <a:cubicBezTo>
                  <a:pt x="6190587" y="1681702"/>
                  <a:pt x="6190588" y="3361278"/>
                  <a:pt x="6190588" y="5040853"/>
                </a:cubicBezTo>
                <a:lnTo>
                  <a:pt x="0" y="5040560"/>
                </a:lnTo>
                <a:close/>
              </a:path>
            </a:pathLst>
          </a:custGeom>
          <a:solidFill>
            <a:schemeClr val="accent2"/>
          </a:solidFill>
          <a:ln w="38100"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394453" y="548681"/>
            <a:ext cx="5565643" cy="1872209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91478" y="2420888"/>
            <a:ext cx="4773193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0" name="Slide Number Placeholder 5"/>
          <p:cNvSpPr txBox="1">
            <a:spLocks/>
          </p:cNvSpPr>
          <p:nvPr/>
        </p:nvSpPr>
        <p:spPr bwMode="gray">
          <a:xfrm>
            <a:off x="47331" y="6594785"/>
            <a:ext cx="495596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fld id="{35031298-4CBC-4EC8-B1EA-1DEB552B8D7C}" type="slidenum">
              <a:rPr lang="en-GB" sz="1333" b="1" smtClean="0">
                <a:solidFill>
                  <a:schemeClr val="bg1"/>
                </a:solidFill>
              </a:rPr>
              <a:pPr lvl="0"/>
              <a:t>‹#›</a:t>
            </a:fld>
            <a:endParaRPr lang="en-GB" sz="1333" b="1">
              <a:solidFill>
                <a:schemeClr val="bg1"/>
              </a:solidFill>
            </a:endParaRPr>
          </a:p>
        </p:txBody>
      </p:sp>
      <p:sp>
        <p:nvSpPr>
          <p:cNvPr id="13" name="Footer Placeholder 4"/>
          <p:cNvSpPr txBox="1">
            <a:spLocks/>
          </p:cNvSpPr>
          <p:nvPr/>
        </p:nvSpPr>
        <p:spPr bwMode="gray">
          <a:xfrm>
            <a:off x="757051" y="6621451"/>
            <a:ext cx="5338949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lvl="0" algn="r">
              <a:defRPr sz="1000">
                <a:solidFill>
                  <a:schemeClr val="tx2"/>
                </a:solidFill>
              </a:defRPr>
            </a:lvl1pPr>
          </a:lstStyle>
          <a:p>
            <a:pPr marL="0" lvl="0" algn="l" defTabSz="1219170" rtl="0" eaLnBrk="1" latinLnBrk="0" hangingPunct="1"/>
            <a:r>
              <a:rPr lang="en-US" sz="1067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Murata Manufacturing Co., Ltd. All rights</a:t>
            </a:r>
            <a:r>
              <a:rPr lang="en-US" sz="1067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reserved.</a:t>
            </a:r>
            <a:endParaRPr lang="en-GB" sz="1067" kern="120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Parallelogram 18"/>
          <p:cNvSpPr/>
          <p:nvPr/>
        </p:nvSpPr>
        <p:spPr bwMode="gray">
          <a:xfrm rot="16200000" flipV="1">
            <a:off x="-327216" y="6436261"/>
            <a:ext cx="1133139" cy="768095"/>
          </a:xfrm>
          <a:prstGeom prst="parallelogram">
            <a:avLst>
              <a:gd name="adj" fmla="val 69149"/>
            </a:avLst>
          </a:prstGeom>
          <a:noFill/>
          <a:ln w="38100">
            <a:solidFill>
              <a:srgbClr val="BEC2C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18" name="Date Placeholder 3"/>
          <p:cNvSpPr txBox="1">
            <a:spLocks/>
          </p:cNvSpPr>
          <p:nvPr/>
        </p:nvSpPr>
        <p:spPr>
          <a:xfrm>
            <a:off x="4751851" y="6621451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chemeClr val="bg1"/>
                </a:solidFill>
              </a:rPr>
              <a:pPr lvl="0"/>
              <a:t>02 February 2022</a:t>
            </a:fld>
            <a:endParaRPr lang="en-GB" sz="1067">
              <a:solidFill>
                <a:schemeClr val="bg1"/>
              </a:solidFill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/>
          </p:nvPr>
        </p:nvSpPr>
        <p:spPr bwMode="gray">
          <a:xfrm>
            <a:off x="7975405" y="1412777"/>
            <a:ext cx="4380264" cy="5657447"/>
          </a:xfrm>
          <a:custGeom>
            <a:avLst/>
            <a:gdLst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0 w 3048704"/>
              <a:gd name="connsiteY4" fmla="*/ 0 h 5250180"/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  <a:gd name="connsiteX5" fmla="*/ 0 w 3048704"/>
              <a:gd name="connsiteY5" fmla="*/ 0 h 5250180"/>
              <a:gd name="connsiteX0" fmla="*/ 704 w 3048704"/>
              <a:gd name="connsiteY0" fmla="*/ 2206163 h 5345603"/>
              <a:gd name="connsiteX1" fmla="*/ 3048704 w 3048704"/>
              <a:gd name="connsiteY1" fmla="*/ 95423 h 5345603"/>
              <a:gd name="connsiteX2" fmla="*/ 3048704 w 3048704"/>
              <a:gd name="connsiteY2" fmla="*/ 5345603 h 5345603"/>
              <a:gd name="connsiteX3" fmla="*/ 0 w 3048704"/>
              <a:gd name="connsiteY3" fmla="*/ 5345603 h 5345603"/>
              <a:gd name="connsiteX4" fmla="*/ 704 w 3048704"/>
              <a:gd name="connsiteY4" fmla="*/ 2206163 h 5345603"/>
              <a:gd name="connsiteX0" fmla="*/ 704 w 3048704"/>
              <a:gd name="connsiteY0" fmla="*/ 211074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704" h="5250180">
                <a:moveTo>
                  <a:pt x="704" y="2110740"/>
                </a:moveTo>
                <a:lnTo>
                  <a:pt x="3048704" y="0"/>
                </a:lnTo>
                <a:lnTo>
                  <a:pt x="3048704" y="5250180"/>
                </a:lnTo>
                <a:lnTo>
                  <a:pt x="0" y="5250180"/>
                </a:lnTo>
                <a:cubicBezTo>
                  <a:pt x="235" y="4203700"/>
                  <a:pt x="469" y="3157220"/>
                  <a:pt x="704" y="2110740"/>
                </a:cubicBez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</p:spPr>
        <p:txBody>
          <a:bodyPr lIns="0" tIns="0" rIns="0" bIns="0" anchor="ctr" anchorCtr="1">
            <a:noAutofit/>
          </a:bodyPr>
          <a:lstStyle>
            <a:lvl1pPr marL="0" indent="0" algn="ctr">
              <a:buNone/>
              <a:defRPr sz="1467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arallelogram 13"/>
          <p:cNvSpPr/>
          <p:nvPr/>
        </p:nvSpPr>
        <p:spPr bwMode="gray">
          <a:xfrm rot="16200000">
            <a:off x="7233945" y="2968549"/>
            <a:ext cx="883657" cy="488872"/>
          </a:xfrm>
          <a:prstGeom prst="parallelogram">
            <a:avLst>
              <a:gd name="adj" fmla="val 69149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5909" y="274388"/>
            <a:ext cx="1209691" cy="41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8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le Slide">
    <p:bg>
      <p:bgPr>
        <a:solidFill>
          <a:srgbClr val="7D85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elogram 14"/>
          <p:cNvSpPr/>
          <p:nvPr/>
        </p:nvSpPr>
        <p:spPr bwMode="gray">
          <a:xfrm rot="16200000" flipV="1">
            <a:off x="925674" y="-265274"/>
            <a:ext cx="6190588" cy="6721137"/>
          </a:xfrm>
          <a:custGeom>
            <a:avLst/>
            <a:gdLst>
              <a:gd name="connsiteX0" fmla="*/ 0 w 9914837"/>
              <a:gd name="connsiteY0" fmla="*/ 5040560 h 5040560"/>
              <a:gd name="connsiteX1" fmla="*/ 3485497 w 9914837"/>
              <a:gd name="connsiteY1" fmla="*/ 0 h 5040560"/>
              <a:gd name="connsiteX2" fmla="*/ 9914837 w 9914837"/>
              <a:gd name="connsiteY2" fmla="*/ 0 h 5040560"/>
              <a:gd name="connsiteX3" fmla="*/ 6429340 w 9914837"/>
              <a:gd name="connsiteY3" fmla="*/ 5040560 h 5040560"/>
              <a:gd name="connsiteX4" fmla="*/ 0 w 9914837"/>
              <a:gd name="connsiteY4" fmla="*/ 5040560 h 5040560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9914837 w 9914837"/>
              <a:gd name="connsiteY2" fmla="*/ 0 h 5040853"/>
              <a:gd name="connsiteX3" fmla="*/ 6429340 w 9914837"/>
              <a:gd name="connsiteY3" fmla="*/ 5040560 h 5040853"/>
              <a:gd name="connsiteX4" fmla="*/ 6190588 w 9914837"/>
              <a:gd name="connsiteY4" fmla="*/ 5040853 h 5040853"/>
              <a:gd name="connsiteX5" fmla="*/ 0 w 9914837"/>
              <a:gd name="connsiteY5" fmla="*/ 5040560 h 5040853"/>
              <a:gd name="connsiteX0" fmla="*/ 0 w 9914837"/>
              <a:gd name="connsiteY0" fmla="*/ 5040560 h 5040853"/>
              <a:gd name="connsiteX1" fmla="*/ 3485497 w 9914837"/>
              <a:gd name="connsiteY1" fmla="*/ 0 h 5040853"/>
              <a:gd name="connsiteX2" fmla="*/ 6190587 w 9914837"/>
              <a:gd name="connsiteY2" fmla="*/ 2127 h 5040853"/>
              <a:gd name="connsiteX3" fmla="*/ 9914837 w 9914837"/>
              <a:gd name="connsiteY3" fmla="*/ 0 h 5040853"/>
              <a:gd name="connsiteX4" fmla="*/ 6429340 w 9914837"/>
              <a:gd name="connsiteY4" fmla="*/ 5040560 h 5040853"/>
              <a:gd name="connsiteX5" fmla="*/ 6190588 w 9914837"/>
              <a:gd name="connsiteY5" fmla="*/ 5040853 h 5040853"/>
              <a:gd name="connsiteX6" fmla="*/ 0 w 9914837"/>
              <a:gd name="connsiteY6" fmla="*/ 5040560 h 5040853"/>
              <a:gd name="connsiteX0" fmla="*/ 0 w 6429340"/>
              <a:gd name="connsiteY0" fmla="*/ 5040560 h 5040853"/>
              <a:gd name="connsiteX1" fmla="*/ 3485497 w 6429340"/>
              <a:gd name="connsiteY1" fmla="*/ 0 h 5040853"/>
              <a:gd name="connsiteX2" fmla="*/ 6190587 w 6429340"/>
              <a:gd name="connsiteY2" fmla="*/ 2127 h 5040853"/>
              <a:gd name="connsiteX3" fmla="*/ 6429340 w 6429340"/>
              <a:gd name="connsiteY3" fmla="*/ 5040560 h 5040853"/>
              <a:gd name="connsiteX4" fmla="*/ 6190588 w 6429340"/>
              <a:gd name="connsiteY4" fmla="*/ 5040853 h 5040853"/>
              <a:gd name="connsiteX5" fmla="*/ 0 w 6429340"/>
              <a:gd name="connsiteY5" fmla="*/ 5040560 h 5040853"/>
              <a:gd name="connsiteX0" fmla="*/ 0 w 6190588"/>
              <a:gd name="connsiteY0" fmla="*/ 5040560 h 5040853"/>
              <a:gd name="connsiteX1" fmla="*/ 3485497 w 6190588"/>
              <a:gd name="connsiteY1" fmla="*/ 0 h 5040853"/>
              <a:gd name="connsiteX2" fmla="*/ 6190587 w 6190588"/>
              <a:gd name="connsiteY2" fmla="*/ 2127 h 5040853"/>
              <a:gd name="connsiteX3" fmla="*/ 6190588 w 6190588"/>
              <a:gd name="connsiteY3" fmla="*/ 5040853 h 5040853"/>
              <a:gd name="connsiteX4" fmla="*/ 0 w 6190588"/>
              <a:gd name="connsiteY4" fmla="*/ 5040560 h 504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90588" h="5040853">
                <a:moveTo>
                  <a:pt x="0" y="5040560"/>
                </a:moveTo>
                <a:lnTo>
                  <a:pt x="3485497" y="0"/>
                </a:lnTo>
                <a:lnTo>
                  <a:pt x="6190587" y="2127"/>
                </a:lnTo>
                <a:cubicBezTo>
                  <a:pt x="6190587" y="1681702"/>
                  <a:pt x="6190588" y="3361278"/>
                  <a:pt x="6190588" y="5040853"/>
                </a:cubicBezTo>
                <a:lnTo>
                  <a:pt x="0" y="5040560"/>
                </a:lnTo>
                <a:close/>
              </a:path>
            </a:pathLst>
          </a:custGeom>
          <a:solidFill>
            <a:schemeClr val="accent2"/>
          </a:solidFill>
          <a:ln w="38100">
            <a:solidFill>
              <a:schemeClr val="tx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1394453" y="548681"/>
            <a:ext cx="5565643" cy="1872209"/>
          </a:xfrm>
        </p:spPr>
        <p:txBody>
          <a:bodyPr anchor="b" anchorCtr="0">
            <a:normAutofit/>
          </a:bodyPr>
          <a:lstStyle>
            <a:lvl1pPr>
              <a:defRPr sz="42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391478" y="2420888"/>
            <a:ext cx="4773193" cy="175260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9" name="Parallelogram 18"/>
          <p:cNvSpPr/>
          <p:nvPr/>
        </p:nvSpPr>
        <p:spPr bwMode="gray">
          <a:xfrm rot="16200000" flipV="1">
            <a:off x="-327216" y="6436261"/>
            <a:ext cx="1133139" cy="768095"/>
          </a:xfrm>
          <a:prstGeom prst="parallelogram">
            <a:avLst>
              <a:gd name="adj" fmla="val 69149"/>
            </a:avLst>
          </a:prstGeom>
          <a:noFill/>
          <a:ln w="38100">
            <a:solidFill>
              <a:srgbClr val="BEC2C6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sp>
        <p:nvSpPr>
          <p:cNvPr id="22" name="Slide Number Placeholder 5"/>
          <p:cNvSpPr txBox="1">
            <a:spLocks/>
          </p:cNvSpPr>
          <p:nvPr/>
        </p:nvSpPr>
        <p:spPr bwMode="gray">
          <a:xfrm>
            <a:off x="47331" y="6594785"/>
            <a:ext cx="495596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/>
            <a:fld id="{35031298-4CBC-4EC8-B1EA-1DEB552B8D7C}" type="slidenum">
              <a:rPr lang="en-GB" sz="1333" b="1" smtClean="0">
                <a:solidFill>
                  <a:schemeClr val="bg1"/>
                </a:solidFill>
              </a:rPr>
              <a:pPr lvl="0"/>
              <a:t>‹#›</a:t>
            </a:fld>
            <a:endParaRPr lang="en-GB" sz="1333" b="1">
              <a:solidFill>
                <a:schemeClr val="bg1"/>
              </a:solidFill>
            </a:endParaRPr>
          </a:p>
        </p:txBody>
      </p:sp>
      <p:sp>
        <p:nvSpPr>
          <p:cNvPr id="23" name="Footer Placeholder 4"/>
          <p:cNvSpPr txBox="1">
            <a:spLocks/>
          </p:cNvSpPr>
          <p:nvPr/>
        </p:nvSpPr>
        <p:spPr bwMode="gray">
          <a:xfrm>
            <a:off x="757051" y="6621451"/>
            <a:ext cx="5338949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lvl="0" algn="r">
              <a:defRPr sz="1000">
                <a:solidFill>
                  <a:schemeClr val="tx2"/>
                </a:solidFill>
              </a:defRPr>
            </a:lvl1pPr>
          </a:lstStyle>
          <a:p>
            <a:pPr marL="0" lvl="0" algn="l" defTabSz="1219170" rtl="0" eaLnBrk="1" latinLnBrk="0" hangingPunct="1"/>
            <a:r>
              <a:rPr lang="en-US" sz="1067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Murata Manufacturing Co., Ltd. All rights</a:t>
            </a:r>
            <a:r>
              <a:rPr lang="en-US" sz="1067" kern="1200" baseline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reserved.</a:t>
            </a:r>
            <a:endParaRPr lang="en-GB" sz="1067" kern="1200">
              <a:solidFill>
                <a:schemeClr val="bg1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Date Placeholder 3"/>
          <p:cNvSpPr txBox="1">
            <a:spLocks/>
          </p:cNvSpPr>
          <p:nvPr/>
        </p:nvSpPr>
        <p:spPr>
          <a:xfrm>
            <a:off x="4751851" y="6621451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9FB042EA-7302-4DB6-8B0F-B44C8CB2054C}" type="datetime4">
              <a:rPr lang="en-GB" sz="1067" smtClean="0">
                <a:solidFill>
                  <a:schemeClr val="bg1"/>
                </a:solidFill>
              </a:rPr>
              <a:pPr lvl="0"/>
              <a:t>02 February 2022</a:t>
            </a:fld>
            <a:endParaRPr lang="en-GB" sz="1067">
              <a:solidFill>
                <a:schemeClr val="bg1"/>
              </a:solidFill>
            </a:endParaRP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10"/>
          </p:nvPr>
        </p:nvSpPr>
        <p:spPr bwMode="gray">
          <a:xfrm>
            <a:off x="7962749" y="1396428"/>
            <a:ext cx="4392921" cy="5673795"/>
          </a:xfrm>
          <a:custGeom>
            <a:avLst/>
            <a:gdLst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0 w 3048704"/>
              <a:gd name="connsiteY4" fmla="*/ 0 h 5250180"/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  <a:gd name="connsiteX5" fmla="*/ 0 w 3048704"/>
              <a:gd name="connsiteY5" fmla="*/ 0 h 5250180"/>
              <a:gd name="connsiteX0" fmla="*/ 704 w 3048704"/>
              <a:gd name="connsiteY0" fmla="*/ 2206163 h 5345603"/>
              <a:gd name="connsiteX1" fmla="*/ 3048704 w 3048704"/>
              <a:gd name="connsiteY1" fmla="*/ 95423 h 5345603"/>
              <a:gd name="connsiteX2" fmla="*/ 3048704 w 3048704"/>
              <a:gd name="connsiteY2" fmla="*/ 5345603 h 5345603"/>
              <a:gd name="connsiteX3" fmla="*/ 0 w 3048704"/>
              <a:gd name="connsiteY3" fmla="*/ 5345603 h 5345603"/>
              <a:gd name="connsiteX4" fmla="*/ 704 w 3048704"/>
              <a:gd name="connsiteY4" fmla="*/ 2206163 h 5345603"/>
              <a:gd name="connsiteX0" fmla="*/ 704 w 3048704"/>
              <a:gd name="connsiteY0" fmla="*/ 211074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8704" h="5250180">
                <a:moveTo>
                  <a:pt x="704" y="2110740"/>
                </a:moveTo>
                <a:lnTo>
                  <a:pt x="3048704" y="0"/>
                </a:lnTo>
                <a:lnTo>
                  <a:pt x="3048704" y="5250180"/>
                </a:lnTo>
                <a:lnTo>
                  <a:pt x="0" y="5250180"/>
                </a:lnTo>
                <a:cubicBezTo>
                  <a:pt x="235" y="4203700"/>
                  <a:pt x="469" y="3157220"/>
                  <a:pt x="704" y="211074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38100">
            <a:solidFill>
              <a:srgbClr val="DEE1E2"/>
            </a:solidFill>
          </a:ln>
        </p:spPr>
        <p:txBody>
          <a:bodyPr lIns="0" tIns="0" rIns="0" bIns="0" anchor="ctr" anchorCtr="1">
            <a:noAutofit/>
          </a:bodyPr>
          <a:lstStyle>
            <a:lvl1pPr marL="0" indent="0" algn="ctr">
              <a:buNone/>
              <a:defRPr sz="1467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Parallelogram 12"/>
          <p:cNvSpPr/>
          <p:nvPr/>
        </p:nvSpPr>
        <p:spPr bwMode="gray">
          <a:xfrm rot="16200000">
            <a:off x="7233945" y="2968549"/>
            <a:ext cx="883657" cy="488872"/>
          </a:xfrm>
          <a:prstGeom prst="parallelogram">
            <a:avLst>
              <a:gd name="adj" fmla="val 69149"/>
            </a:avLst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             </a:t>
            </a:r>
            <a:endParaRPr lang="en-GB" sz="24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5909" y="274388"/>
            <a:ext cx="1209691" cy="41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4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57903" y="274637"/>
            <a:ext cx="8506451" cy="706091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latin typeface="+mj-lt"/>
              </a:defRPr>
            </a:lvl1pPr>
          </a:lstStyle>
          <a:p>
            <a:pPr lvl="0"/>
            <a:r>
              <a:rPr lang="en-US"/>
              <a:t>Click to edit page 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58400" y="1411200"/>
            <a:ext cx="10804800" cy="4712400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defRPr sz="2667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10000"/>
              </a:lnSpc>
              <a:defRPr sz="2667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10000"/>
              </a:lnSpc>
              <a:defRPr sz="2400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10000"/>
              </a:lnSpc>
              <a:defRPr sz="2133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10000"/>
              </a:lnSpc>
              <a:defRPr sz="1867">
                <a:solidFill>
                  <a:schemeClr val="tx2"/>
                </a:solidFill>
                <a:latin typeface="+mn-lt"/>
              </a:defRPr>
            </a:lvl5pPr>
            <a:lvl6pPr marL="1077357" indent="0">
              <a:lnSpc>
                <a:spcPct val="110000"/>
              </a:lnSpc>
              <a:buNone/>
              <a:defRPr sz="1867">
                <a:latin typeface="+mn-lt"/>
              </a:defRPr>
            </a:lvl6pPr>
            <a:lvl7pPr>
              <a:lnSpc>
                <a:spcPct val="110000"/>
              </a:lnSpc>
              <a:defRPr sz="1867">
                <a:latin typeface="+mn-lt"/>
              </a:defRPr>
            </a:lvl7pPr>
            <a:lvl8pPr>
              <a:lnSpc>
                <a:spcPct val="110000"/>
              </a:lnSpc>
              <a:defRPr sz="1867">
                <a:latin typeface="+mn-lt"/>
              </a:defRPr>
            </a:lvl8pPr>
            <a:lvl9pPr>
              <a:lnSpc>
                <a:spcPct val="110000"/>
              </a:lnSpc>
              <a:defRPr sz="1867"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72517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57903" y="274637"/>
            <a:ext cx="8506451" cy="706091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to edit page 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58400" y="1411200"/>
            <a:ext cx="5210379" cy="4712400"/>
          </a:xfrm>
        </p:spPr>
        <p:txBody>
          <a:bodyPr/>
          <a:lstStyle>
            <a:lvl1pPr>
              <a:defRPr sz="2667">
                <a:solidFill>
                  <a:schemeClr val="tx2"/>
                </a:solidFill>
              </a:defRPr>
            </a:lvl1pPr>
            <a:lvl2pPr>
              <a:defRPr sz="2667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133">
                <a:solidFill>
                  <a:schemeClr val="tx2"/>
                </a:solidFill>
              </a:defRPr>
            </a:lvl4pPr>
            <a:lvl5pPr>
              <a:defRPr sz="1867">
                <a:solidFill>
                  <a:schemeClr val="tx2"/>
                </a:solidFill>
              </a:defRPr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 hasCustomPrompt="1"/>
          </p:nvPr>
        </p:nvSpPr>
        <p:spPr bwMode="gray">
          <a:xfrm>
            <a:off x="6341973" y="1411200"/>
            <a:ext cx="5210379" cy="4712400"/>
          </a:xfrm>
        </p:spPr>
        <p:txBody>
          <a:bodyPr/>
          <a:lstStyle>
            <a:lvl1pPr>
              <a:defRPr sz="2667">
                <a:solidFill>
                  <a:schemeClr val="tx2"/>
                </a:solidFill>
              </a:defRPr>
            </a:lvl1pPr>
            <a:lvl2pPr>
              <a:defRPr sz="2667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133">
                <a:solidFill>
                  <a:schemeClr val="tx2"/>
                </a:solidFill>
              </a:defRPr>
            </a:lvl4pPr>
            <a:lvl5pPr>
              <a:defRPr sz="1867">
                <a:solidFill>
                  <a:schemeClr val="tx2"/>
                </a:solidFill>
              </a:defRPr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367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(with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57903" y="274637"/>
            <a:ext cx="8506451" cy="706091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to edit page 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gray">
          <a:xfrm>
            <a:off x="758400" y="1411200"/>
            <a:ext cx="5210379" cy="4712400"/>
          </a:xfrm>
        </p:spPr>
        <p:txBody>
          <a:bodyPr/>
          <a:lstStyle>
            <a:lvl1pPr>
              <a:defRPr sz="2667">
                <a:solidFill>
                  <a:schemeClr val="tx2"/>
                </a:solidFill>
              </a:defRPr>
            </a:lvl1pPr>
            <a:lvl2pPr>
              <a:defRPr sz="2667">
                <a:solidFill>
                  <a:schemeClr val="tx2"/>
                </a:solidFill>
              </a:defRPr>
            </a:lvl2pPr>
            <a:lvl3pPr>
              <a:defRPr sz="2400">
                <a:solidFill>
                  <a:schemeClr val="tx2"/>
                </a:solidFill>
              </a:defRPr>
            </a:lvl3pPr>
            <a:lvl4pPr>
              <a:defRPr sz="2133">
                <a:solidFill>
                  <a:schemeClr val="tx2"/>
                </a:solidFill>
              </a:defRPr>
            </a:lvl4pPr>
            <a:lvl5pPr>
              <a:defRPr sz="1867">
                <a:solidFill>
                  <a:schemeClr val="tx2"/>
                </a:solidFill>
              </a:defRPr>
            </a:lvl5pPr>
            <a:lvl6pPr>
              <a:defRPr sz="1867"/>
            </a:lvl6pPr>
            <a:lvl7pPr>
              <a:defRPr sz="1867"/>
            </a:lvl7pPr>
            <a:lvl8pPr>
              <a:defRPr sz="1867"/>
            </a:lvl8pPr>
            <a:lvl9pPr>
              <a:defRPr sz="1867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1"/>
          </p:nvPr>
        </p:nvSpPr>
        <p:spPr bwMode="gray">
          <a:xfrm>
            <a:off x="6626034" y="1033802"/>
            <a:ext cx="4501021" cy="5491543"/>
          </a:xfrm>
          <a:custGeom>
            <a:avLst/>
            <a:gdLst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0 w 3048704"/>
              <a:gd name="connsiteY4" fmla="*/ 0 h 5250180"/>
              <a:gd name="connsiteX0" fmla="*/ 0 w 3048704"/>
              <a:gd name="connsiteY0" fmla="*/ 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  <a:gd name="connsiteX5" fmla="*/ 0 w 3048704"/>
              <a:gd name="connsiteY5" fmla="*/ 0 h 5250180"/>
              <a:gd name="connsiteX0" fmla="*/ 704 w 3048704"/>
              <a:gd name="connsiteY0" fmla="*/ 2206163 h 5345603"/>
              <a:gd name="connsiteX1" fmla="*/ 3048704 w 3048704"/>
              <a:gd name="connsiteY1" fmla="*/ 95423 h 5345603"/>
              <a:gd name="connsiteX2" fmla="*/ 3048704 w 3048704"/>
              <a:gd name="connsiteY2" fmla="*/ 5345603 h 5345603"/>
              <a:gd name="connsiteX3" fmla="*/ 0 w 3048704"/>
              <a:gd name="connsiteY3" fmla="*/ 5345603 h 5345603"/>
              <a:gd name="connsiteX4" fmla="*/ 704 w 3048704"/>
              <a:gd name="connsiteY4" fmla="*/ 2206163 h 5345603"/>
              <a:gd name="connsiteX0" fmla="*/ 704 w 3048704"/>
              <a:gd name="connsiteY0" fmla="*/ 2110740 h 5250180"/>
              <a:gd name="connsiteX1" fmla="*/ 3048704 w 3048704"/>
              <a:gd name="connsiteY1" fmla="*/ 0 h 5250180"/>
              <a:gd name="connsiteX2" fmla="*/ 3048704 w 3048704"/>
              <a:gd name="connsiteY2" fmla="*/ 5250180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  <a:gd name="connsiteX0" fmla="*/ 704 w 3048704"/>
              <a:gd name="connsiteY0" fmla="*/ 2110740 h 5250180"/>
              <a:gd name="connsiteX1" fmla="*/ 3048704 w 3048704"/>
              <a:gd name="connsiteY1" fmla="*/ 0 h 5250180"/>
              <a:gd name="connsiteX2" fmla="*/ 3047518 w 3048704"/>
              <a:gd name="connsiteY2" fmla="*/ 3696809 h 5250180"/>
              <a:gd name="connsiteX3" fmla="*/ 3048704 w 3048704"/>
              <a:gd name="connsiteY3" fmla="*/ 5250180 h 5250180"/>
              <a:gd name="connsiteX4" fmla="*/ 0 w 3048704"/>
              <a:gd name="connsiteY4" fmla="*/ 5250180 h 5250180"/>
              <a:gd name="connsiteX5" fmla="*/ 704 w 3048704"/>
              <a:gd name="connsiteY5" fmla="*/ 2110740 h 5250180"/>
              <a:gd name="connsiteX0" fmla="*/ 704 w 3048704"/>
              <a:gd name="connsiteY0" fmla="*/ 2110740 h 5295437"/>
              <a:gd name="connsiteX1" fmla="*/ 3048704 w 3048704"/>
              <a:gd name="connsiteY1" fmla="*/ 0 h 5295437"/>
              <a:gd name="connsiteX2" fmla="*/ 3047518 w 3048704"/>
              <a:gd name="connsiteY2" fmla="*/ 3696809 h 5295437"/>
              <a:gd name="connsiteX3" fmla="*/ 0 w 3048704"/>
              <a:gd name="connsiteY3" fmla="*/ 5250180 h 5295437"/>
              <a:gd name="connsiteX4" fmla="*/ 704 w 3048704"/>
              <a:gd name="connsiteY4" fmla="*/ 2110740 h 5295437"/>
              <a:gd name="connsiteX0" fmla="*/ 704 w 3048704"/>
              <a:gd name="connsiteY0" fmla="*/ 2110740 h 5250180"/>
              <a:gd name="connsiteX1" fmla="*/ 3048704 w 3048704"/>
              <a:gd name="connsiteY1" fmla="*/ 0 h 5250180"/>
              <a:gd name="connsiteX2" fmla="*/ 3047518 w 3048704"/>
              <a:gd name="connsiteY2" fmla="*/ 3696809 h 5250180"/>
              <a:gd name="connsiteX3" fmla="*/ 0 w 3048704"/>
              <a:gd name="connsiteY3" fmla="*/ 5250180 h 5250180"/>
              <a:gd name="connsiteX4" fmla="*/ 704 w 3048704"/>
              <a:gd name="connsiteY4" fmla="*/ 2110740 h 5250180"/>
              <a:gd name="connsiteX0" fmla="*/ 7 w 3048007"/>
              <a:gd name="connsiteY0" fmla="*/ 2110740 h 5266860"/>
              <a:gd name="connsiteX1" fmla="*/ 3048007 w 3048007"/>
              <a:gd name="connsiteY1" fmla="*/ 0 h 5266860"/>
              <a:gd name="connsiteX2" fmla="*/ 3046821 w 3048007"/>
              <a:gd name="connsiteY2" fmla="*/ 3696809 h 5266860"/>
              <a:gd name="connsiteX3" fmla="*/ 5238 w 3048007"/>
              <a:gd name="connsiteY3" fmla="*/ 5266860 h 5266860"/>
              <a:gd name="connsiteX4" fmla="*/ 7 w 3048007"/>
              <a:gd name="connsiteY4" fmla="*/ 2110740 h 5266860"/>
              <a:gd name="connsiteX0" fmla="*/ 7 w 3048007"/>
              <a:gd name="connsiteY0" fmla="*/ 2110740 h 5255741"/>
              <a:gd name="connsiteX1" fmla="*/ 3048007 w 3048007"/>
              <a:gd name="connsiteY1" fmla="*/ 0 h 5255741"/>
              <a:gd name="connsiteX2" fmla="*/ 3046821 w 3048007"/>
              <a:gd name="connsiteY2" fmla="*/ 3696809 h 5255741"/>
              <a:gd name="connsiteX3" fmla="*/ 5238 w 3048007"/>
              <a:gd name="connsiteY3" fmla="*/ 5255741 h 5255741"/>
              <a:gd name="connsiteX4" fmla="*/ 7 w 3048007"/>
              <a:gd name="connsiteY4" fmla="*/ 2110740 h 5255741"/>
              <a:gd name="connsiteX0" fmla="*/ 7 w 3048007"/>
              <a:gd name="connsiteY0" fmla="*/ 2110740 h 5255741"/>
              <a:gd name="connsiteX1" fmla="*/ 3048007 w 3048007"/>
              <a:gd name="connsiteY1" fmla="*/ 0 h 5255741"/>
              <a:gd name="connsiteX2" fmla="*/ 3046821 w 3048007"/>
              <a:gd name="connsiteY2" fmla="*/ 3696809 h 5255741"/>
              <a:gd name="connsiteX3" fmla="*/ 5238 w 3048007"/>
              <a:gd name="connsiteY3" fmla="*/ 5255741 h 5255741"/>
              <a:gd name="connsiteX4" fmla="*/ 7 w 3048007"/>
              <a:gd name="connsiteY4" fmla="*/ 2110740 h 5255741"/>
              <a:gd name="connsiteX0" fmla="*/ 7 w 3273433"/>
              <a:gd name="connsiteY0" fmla="*/ 2217261 h 5362262"/>
              <a:gd name="connsiteX1" fmla="*/ 3048007 w 3273433"/>
              <a:gd name="connsiteY1" fmla="*/ 106521 h 5362262"/>
              <a:gd name="connsiteX2" fmla="*/ 3046821 w 3273433"/>
              <a:gd name="connsiteY2" fmla="*/ 678799 h 5362262"/>
              <a:gd name="connsiteX3" fmla="*/ 3046821 w 3273433"/>
              <a:gd name="connsiteY3" fmla="*/ 3803330 h 5362262"/>
              <a:gd name="connsiteX4" fmla="*/ 5238 w 3273433"/>
              <a:gd name="connsiteY4" fmla="*/ 5362262 h 5362262"/>
              <a:gd name="connsiteX5" fmla="*/ 7 w 3273433"/>
              <a:gd name="connsiteY5" fmla="*/ 2217261 h 5362262"/>
              <a:gd name="connsiteX0" fmla="*/ 7 w 3273433"/>
              <a:gd name="connsiteY0" fmla="*/ 2217261 h 5362262"/>
              <a:gd name="connsiteX1" fmla="*/ 3048007 w 3273433"/>
              <a:gd name="connsiteY1" fmla="*/ 106521 h 5362262"/>
              <a:gd name="connsiteX2" fmla="*/ 3046821 w 3273433"/>
              <a:gd name="connsiteY2" fmla="*/ 678799 h 5362262"/>
              <a:gd name="connsiteX3" fmla="*/ 3046821 w 3273433"/>
              <a:gd name="connsiteY3" fmla="*/ 3803330 h 5362262"/>
              <a:gd name="connsiteX4" fmla="*/ 5238 w 3273433"/>
              <a:gd name="connsiteY4" fmla="*/ 5362262 h 5362262"/>
              <a:gd name="connsiteX5" fmla="*/ 7 w 3273433"/>
              <a:gd name="connsiteY5" fmla="*/ 2217261 h 5362262"/>
              <a:gd name="connsiteX0" fmla="*/ 7 w 3048007"/>
              <a:gd name="connsiteY0" fmla="*/ 2110740 h 5255741"/>
              <a:gd name="connsiteX1" fmla="*/ 3048007 w 3048007"/>
              <a:gd name="connsiteY1" fmla="*/ 0 h 5255741"/>
              <a:gd name="connsiteX2" fmla="*/ 3046821 w 3048007"/>
              <a:gd name="connsiteY2" fmla="*/ 572278 h 5255741"/>
              <a:gd name="connsiteX3" fmla="*/ 3046821 w 3048007"/>
              <a:gd name="connsiteY3" fmla="*/ 3696809 h 5255741"/>
              <a:gd name="connsiteX4" fmla="*/ 5238 w 3048007"/>
              <a:gd name="connsiteY4" fmla="*/ 5255741 h 5255741"/>
              <a:gd name="connsiteX5" fmla="*/ 7 w 3048007"/>
              <a:gd name="connsiteY5" fmla="*/ 2110740 h 5255741"/>
              <a:gd name="connsiteX0" fmla="*/ 7 w 3046821"/>
              <a:gd name="connsiteY0" fmla="*/ 1538462 h 4683463"/>
              <a:gd name="connsiteX1" fmla="*/ 3046821 w 3046821"/>
              <a:gd name="connsiteY1" fmla="*/ 0 h 4683463"/>
              <a:gd name="connsiteX2" fmla="*/ 3046821 w 3046821"/>
              <a:gd name="connsiteY2" fmla="*/ 3124531 h 4683463"/>
              <a:gd name="connsiteX3" fmla="*/ 5238 w 3046821"/>
              <a:gd name="connsiteY3" fmla="*/ 4683463 h 4683463"/>
              <a:gd name="connsiteX4" fmla="*/ 7 w 3046821"/>
              <a:gd name="connsiteY4" fmla="*/ 1538462 h 4683463"/>
              <a:gd name="connsiteX0" fmla="*/ 227017 w 3273831"/>
              <a:gd name="connsiteY0" fmla="*/ 1538462 h 4683463"/>
              <a:gd name="connsiteX1" fmla="*/ 3273831 w 3273831"/>
              <a:gd name="connsiteY1" fmla="*/ 0 h 4683463"/>
              <a:gd name="connsiteX2" fmla="*/ 3273831 w 3273831"/>
              <a:gd name="connsiteY2" fmla="*/ 3124531 h 4683463"/>
              <a:gd name="connsiteX3" fmla="*/ 232248 w 3273831"/>
              <a:gd name="connsiteY3" fmla="*/ 4683463 h 4683463"/>
              <a:gd name="connsiteX4" fmla="*/ 223631 w 3273831"/>
              <a:gd name="connsiteY4" fmla="*/ 1642881 h 4683463"/>
              <a:gd name="connsiteX5" fmla="*/ 227017 w 3273831"/>
              <a:gd name="connsiteY5" fmla="*/ 1538462 h 4683463"/>
              <a:gd name="connsiteX0" fmla="*/ 227017 w 3273831"/>
              <a:gd name="connsiteY0" fmla="*/ 1538462 h 4683463"/>
              <a:gd name="connsiteX1" fmla="*/ 3273831 w 3273831"/>
              <a:gd name="connsiteY1" fmla="*/ 0 h 4683463"/>
              <a:gd name="connsiteX2" fmla="*/ 3273831 w 3273831"/>
              <a:gd name="connsiteY2" fmla="*/ 3124531 h 4683463"/>
              <a:gd name="connsiteX3" fmla="*/ 232248 w 3273831"/>
              <a:gd name="connsiteY3" fmla="*/ 4683463 h 4683463"/>
              <a:gd name="connsiteX4" fmla="*/ 223631 w 3273831"/>
              <a:gd name="connsiteY4" fmla="*/ 1642881 h 4683463"/>
              <a:gd name="connsiteX5" fmla="*/ 227017 w 3273831"/>
              <a:gd name="connsiteY5" fmla="*/ 1538462 h 4683463"/>
              <a:gd name="connsiteX0" fmla="*/ 227017 w 3273831"/>
              <a:gd name="connsiteY0" fmla="*/ 1538462 h 4683463"/>
              <a:gd name="connsiteX1" fmla="*/ 3273831 w 3273831"/>
              <a:gd name="connsiteY1" fmla="*/ 0 h 4683463"/>
              <a:gd name="connsiteX2" fmla="*/ 3273831 w 3273831"/>
              <a:gd name="connsiteY2" fmla="*/ 3124531 h 4683463"/>
              <a:gd name="connsiteX3" fmla="*/ 232248 w 3273831"/>
              <a:gd name="connsiteY3" fmla="*/ 4683463 h 4683463"/>
              <a:gd name="connsiteX4" fmla="*/ 223631 w 3273831"/>
              <a:gd name="connsiteY4" fmla="*/ 1642881 h 4683463"/>
              <a:gd name="connsiteX5" fmla="*/ 227017 w 3273831"/>
              <a:gd name="connsiteY5" fmla="*/ 1538462 h 4683463"/>
              <a:gd name="connsiteX0" fmla="*/ 227017 w 3273831"/>
              <a:gd name="connsiteY0" fmla="*/ 1538462 h 4683463"/>
              <a:gd name="connsiteX1" fmla="*/ 297809 w 3273831"/>
              <a:gd name="connsiteY1" fmla="*/ 1501110 h 4683463"/>
              <a:gd name="connsiteX2" fmla="*/ 3273831 w 3273831"/>
              <a:gd name="connsiteY2" fmla="*/ 0 h 4683463"/>
              <a:gd name="connsiteX3" fmla="*/ 3273831 w 3273831"/>
              <a:gd name="connsiteY3" fmla="*/ 3124531 h 4683463"/>
              <a:gd name="connsiteX4" fmla="*/ 232248 w 3273831"/>
              <a:gd name="connsiteY4" fmla="*/ 4683463 h 4683463"/>
              <a:gd name="connsiteX5" fmla="*/ 223631 w 3273831"/>
              <a:gd name="connsiteY5" fmla="*/ 1642881 h 4683463"/>
              <a:gd name="connsiteX6" fmla="*/ 227017 w 3273831"/>
              <a:gd name="connsiteY6" fmla="*/ 1538462 h 4683463"/>
              <a:gd name="connsiteX0" fmla="*/ 227017 w 3273831"/>
              <a:gd name="connsiteY0" fmla="*/ 1538462 h 4683463"/>
              <a:gd name="connsiteX1" fmla="*/ 297809 w 3273831"/>
              <a:gd name="connsiteY1" fmla="*/ 1501110 h 4683463"/>
              <a:gd name="connsiteX2" fmla="*/ 3273831 w 3273831"/>
              <a:gd name="connsiteY2" fmla="*/ 0 h 4683463"/>
              <a:gd name="connsiteX3" fmla="*/ 3273831 w 3273831"/>
              <a:gd name="connsiteY3" fmla="*/ 3124531 h 4683463"/>
              <a:gd name="connsiteX4" fmla="*/ 232248 w 3273831"/>
              <a:gd name="connsiteY4" fmla="*/ 4683463 h 4683463"/>
              <a:gd name="connsiteX5" fmla="*/ 223631 w 3273831"/>
              <a:gd name="connsiteY5" fmla="*/ 1642881 h 4683463"/>
              <a:gd name="connsiteX6" fmla="*/ 227017 w 3273831"/>
              <a:gd name="connsiteY6" fmla="*/ 1538462 h 4683463"/>
              <a:gd name="connsiteX0" fmla="*/ 169942 w 3220142"/>
              <a:gd name="connsiteY0" fmla="*/ 1642881 h 4683463"/>
              <a:gd name="connsiteX1" fmla="*/ 244120 w 3220142"/>
              <a:gd name="connsiteY1" fmla="*/ 1501110 h 4683463"/>
              <a:gd name="connsiteX2" fmla="*/ 3220142 w 3220142"/>
              <a:gd name="connsiteY2" fmla="*/ 0 h 4683463"/>
              <a:gd name="connsiteX3" fmla="*/ 3220142 w 3220142"/>
              <a:gd name="connsiteY3" fmla="*/ 3124531 h 4683463"/>
              <a:gd name="connsiteX4" fmla="*/ 178559 w 3220142"/>
              <a:gd name="connsiteY4" fmla="*/ 4683463 h 4683463"/>
              <a:gd name="connsiteX5" fmla="*/ 169942 w 3220142"/>
              <a:gd name="connsiteY5" fmla="*/ 1642881 h 4683463"/>
              <a:gd name="connsiteX0" fmla="*/ 172216 w 3222416"/>
              <a:gd name="connsiteY0" fmla="*/ 1642881 h 4683463"/>
              <a:gd name="connsiteX1" fmla="*/ 246394 w 3222416"/>
              <a:gd name="connsiteY1" fmla="*/ 1501110 h 4683463"/>
              <a:gd name="connsiteX2" fmla="*/ 3222416 w 3222416"/>
              <a:gd name="connsiteY2" fmla="*/ 0 h 4683463"/>
              <a:gd name="connsiteX3" fmla="*/ 3222416 w 3222416"/>
              <a:gd name="connsiteY3" fmla="*/ 3124531 h 4683463"/>
              <a:gd name="connsiteX4" fmla="*/ 180833 w 3222416"/>
              <a:gd name="connsiteY4" fmla="*/ 4683463 h 4683463"/>
              <a:gd name="connsiteX5" fmla="*/ 172216 w 3222416"/>
              <a:gd name="connsiteY5" fmla="*/ 1642881 h 4683463"/>
              <a:gd name="connsiteX0" fmla="*/ 1847 w 3052047"/>
              <a:gd name="connsiteY0" fmla="*/ 1642881 h 4683463"/>
              <a:gd name="connsiteX1" fmla="*/ 76025 w 3052047"/>
              <a:gd name="connsiteY1" fmla="*/ 1501110 h 4683463"/>
              <a:gd name="connsiteX2" fmla="*/ 3052047 w 3052047"/>
              <a:gd name="connsiteY2" fmla="*/ 0 h 4683463"/>
              <a:gd name="connsiteX3" fmla="*/ 3052047 w 3052047"/>
              <a:gd name="connsiteY3" fmla="*/ 3124531 h 4683463"/>
              <a:gd name="connsiteX4" fmla="*/ 10464 w 3052047"/>
              <a:gd name="connsiteY4" fmla="*/ 4683463 h 4683463"/>
              <a:gd name="connsiteX5" fmla="*/ 1847 w 3052047"/>
              <a:gd name="connsiteY5" fmla="*/ 1642881 h 4683463"/>
              <a:gd name="connsiteX0" fmla="*/ 1847 w 3052047"/>
              <a:gd name="connsiteY0" fmla="*/ 1642881 h 4683463"/>
              <a:gd name="connsiteX1" fmla="*/ 76025 w 3052047"/>
              <a:gd name="connsiteY1" fmla="*/ 1501110 h 4683463"/>
              <a:gd name="connsiteX2" fmla="*/ 3052047 w 3052047"/>
              <a:gd name="connsiteY2" fmla="*/ 0 h 4683463"/>
              <a:gd name="connsiteX3" fmla="*/ 3052047 w 3052047"/>
              <a:gd name="connsiteY3" fmla="*/ 3124531 h 4683463"/>
              <a:gd name="connsiteX4" fmla="*/ 10464 w 3052047"/>
              <a:gd name="connsiteY4" fmla="*/ 4683463 h 4683463"/>
              <a:gd name="connsiteX5" fmla="*/ 1847 w 3052047"/>
              <a:gd name="connsiteY5" fmla="*/ 1642881 h 4683463"/>
              <a:gd name="connsiteX0" fmla="*/ 1847 w 3052047"/>
              <a:gd name="connsiteY0" fmla="*/ 1642881 h 4683463"/>
              <a:gd name="connsiteX1" fmla="*/ 76025 w 3052047"/>
              <a:gd name="connsiteY1" fmla="*/ 1501110 h 4683463"/>
              <a:gd name="connsiteX2" fmla="*/ 3052047 w 3052047"/>
              <a:gd name="connsiteY2" fmla="*/ 0 h 4683463"/>
              <a:gd name="connsiteX3" fmla="*/ 3052047 w 3052047"/>
              <a:gd name="connsiteY3" fmla="*/ 3124531 h 4683463"/>
              <a:gd name="connsiteX4" fmla="*/ 10464 w 3052047"/>
              <a:gd name="connsiteY4" fmla="*/ 4683463 h 4683463"/>
              <a:gd name="connsiteX5" fmla="*/ 1847 w 3052047"/>
              <a:gd name="connsiteY5" fmla="*/ 1642881 h 4683463"/>
              <a:gd name="connsiteX0" fmla="*/ 1847 w 3052047"/>
              <a:gd name="connsiteY0" fmla="*/ 1642881 h 4683463"/>
              <a:gd name="connsiteX1" fmla="*/ 76025 w 3052047"/>
              <a:gd name="connsiteY1" fmla="*/ 1501110 h 4683463"/>
              <a:gd name="connsiteX2" fmla="*/ 3052047 w 3052047"/>
              <a:gd name="connsiteY2" fmla="*/ 0 h 4683463"/>
              <a:gd name="connsiteX3" fmla="*/ 3052047 w 3052047"/>
              <a:gd name="connsiteY3" fmla="*/ 3124531 h 4683463"/>
              <a:gd name="connsiteX4" fmla="*/ 10464 w 3052047"/>
              <a:gd name="connsiteY4" fmla="*/ 4683463 h 4683463"/>
              <a:gd name="connsiteX5" fmla="*/ 1847 w 3052047"/>
              <a:gd name="connsiteY5" fmla="*/ 1642881 h 4683463"/>
              <a:gd name="connsiteX0" fmla="*/ 8282 w 3058482"/>
              <a:gd name="connsiteY0" fmla="*/ 1642881 h 4683463"/>
              <a:gd name="connsiteX1" fmla="*/ 64658 w 3058482"/>
              <a:gd name="connsiteY1" fmla="*/ 1512230 h 4683463"/>
              <a:gd name="connsiteX2" fmla="*/ 3058482 w 3058482"/>
              <a:gd name="connsiteY2" fmla="*/ 0 h 4683463"/>
              <a:gd name="connsiteX3" fmla="*/ 3058482 w 3058482"/>
              <a:gd name="connsiteY3" fmla="*/ 3124531 h 4683463"/>
              <a:gd name="connsiteX4" fmla="*/ 16899 w 3058482"/>
              <a:gd name="connsiteY4" fmla="*/ 4683463 h 4683463"/>
              <a:gd name="connsiteX5" fmla="*/ 8282 w 3058482"/>
              <a:gd name="connsiteY5" fmla="*/ 1642881 h 4683463"/>
              <a:gd name="connsiteX0" fmla="*/ 0 w 3050200"/>
              <a:gd name="connsiteY0" fmla="*/ 1642881 h 4683463"/>
              <a:gd name="connsiteX1" fmla="*/ 56376 w 3050200"/>
              <a:gd name="connsiteY1" fmla="*/ 1512230 h 4683463"/>
              <a:gd name="connsiteX2" fmla="*/ 3050200 w 3050200"/>
              <a:gd name="connsiteY2" fmla="*/ 0 h 4683463"/>
              <a:gd name="connsiteX3" fmla="*/ 3050200 w 3050200"/>
              <a:gd name="connsiteY3" fmla="*/ 3124531 h 4683463"/>
              <a:gd name="connsiteX4" fmla="*/ 8617 w 3050200"/>
              <a:gd name="connsiteY4" fmla="*/ 4683463 h 4683463"/>
              <a:gd name="connsiteX5" fmla="*/ 0 w 3050200"/>
              <a:gd name="connsiteY5" fmla="*/ 1642881 h 4683463"/>
              <a:gd name="connsiteX0" fmla="*/ 1181 w 3051381"/>
              <a:gd name="connsiteY0" fmla="*/ 1642881 h 4683463"/>
              <a:gd name="connsiteX1" fmla="*/ 57557 w 3051381"/>
              <a:gd name="connsiteY1" fmla="*/ 1512230 h 4683463"/>
              <a:gd name="connsiteX2" fmla="*/ 3051381 w 3051381"/>
              <a:gd name="connsiteY2" fmla="*/ 0 h 4683463"/>
              <a:gd name="connsiteX3" fmla="*/ 3051381 w 3051381"/>
              <a:gd name="connsiteY3" fmla="*/ 3124531 h 4683463"/>
              <a:gd name="connsiteX4" fmla="*/ 9798 w 3051381"/>
              <a:gd name="connsiteY4" fmla="*/ 4683463 h 4683463"/>
              <a:gd name="connsiteX5" fmla="*/ 1181 w 3051381"/>
              <a:gd name="connsiteY5" fmla="*/ 1642881 h 4683463"/>
              <a:gd name="connsiteX0" fmla="*/ 1181 w 3051381"/>
              <a:gd name="connsiteY0" fmla="*/ 1590064 h 4683463"/>
              <a:gd name="connsiteX1" fmla="*/ 57557 w 3051381"/>
              <a:gd name="connsiteY1" fmla="*/ 1512230 h 4683463"/>
              <a:gd name="connsiteX2" fmla="*/ 3051381 w 3051381"/>
              <a:gd name="connsiteY2" fmla="*/ 0 h 4683463"/>
              <a:gd name="connsiteX3" fmla="*/ 3051381 w 3051381"/>
              <a:gd name="connsiteY3" fmla="*/ 3124531 h 4683463"/>
              <a:gd name="connsiteX4" fmla="*/ 9798 w 3051381"/>
              <a:gd name="connsiteY4" fmla="*/ 4683463 h 4683463"/>
              <a:gd name="connsiteX5" fmla="*/ 1181 w 3051381"/>
              <a:gd name="connsiteY5" fmla="*/ 1590064 h 4683463"/>
              <a:gd name="connsiteX0" fmla="*/ 36 w 3050236"/>
              <a:gd name="connsiteY0" fmla="*/ 1590064 h 4683463"/>
              <a:gd name="connsiteX1" fmla="*/ 56412 w 3050236"/>
              <a:gd name="connsiteY1" fmla="*/ 1512230 h 4683463"/>
              <a:gd name="connsiteX2" fmla="*/ 3050236 w 3050236"/>
              <a:gd name="connsiteY2" fmla="*/ 0 h 4683463"/>
              <a:gd name="connsiteX3" fmla="*/ 3050236 w 3050236"/>
              <a:gd name="connsiteY3" fmla="*/ 3124531 h 4683463"/>
              <a:gd name="connsiteX4" fmla="*/ 8653 w 3050236"/>
              <a:gd name="connsiteY4" fmla="*/ 4683463 h 4683463"/>
              <a:gd name="connsiteX5" fmla="*/ 36 w 3050236"/>
              <a:gd name="connsiteY5" fmla="*/ 1590064 h 4683463"/>
              <a:gd name="connsiteX0" fmla="*/ 86 w 3050286"/>
              <a:gd name="connsiteY0" fmla="*/ 1590064 h 4683463"/>
              <a:gd name="connsiteX1" fmla="*/ 56462 w 3050286"/>
              <a:gd name="connsiteY1" fmla="*/ 1512230 h 4683463"/>
              <a:gd name="connsiteX2" fmla="*/ 3050286 w 3050286"/>
              <a:gd name="connsiteY2" fmla="*/ 0 h 4683463"/>
              <a:gd name="connsiteX3" fmla="*/ 3050286 w 3050286"/>
              <a:gd name="connsiteY3" fmla="*/ 3124531 h 4683463"/>
              <a:gd name="connsiteX4" fmla="*/ 8703 w 3050286"/>
              <a:gd name="connsiteY4" fmla="*/ 4683463 h 4683463"/>
              <a:gd name="connsiteX5" fmla="*/ 86 w 3050286"/>
              <a:gd name="connsiteY5" fmla="*/ 1590064 h 4683463"/>
              <a:gd name="connsiteX0" fmla="*/ 51 w 3050251"/>
              <a:gd name="connsiteY0" fmla="*/ 1590064 h 4683463"/>
              <a:gd name="connsiteX1" fmla="*/ 56427 w 3050251"/>
              <a:gd name="connsiteY1" fmla="*/ 1512230 h 4683463"/>
              <a:gd name="connsiteX2" fmla="*/ 3050251 w 3050251"/>
              <a:gd name="connsiteY2" fmla="*/ 0 h 4683463"/>
              <a:gd name="connsiteX3" fmla="*/ 3050251 w 3050251"/>
              <a:gd name="connsiteY3" fmla="*/ 3124531 h 4683463"/>
              <a:gd name="connsiteX4" fmla="*/ 8668 w 3050251"/>
              <a:gd name="connsiteY4" fmla="*/ 4683463 h 4683463"/>
              <a:gd name="connsiteX5" fmla="*/ 51 w 3050251"/>
              <a:gd name="connsiteY5" fmla="*/ 1590064 h 4683463"/>
              <a:gd name="connsiteX0" fmla="*/ 217262 w 3267462"/>
              <a:gd name="connsiteY0" fmla="*/ 1590064 h 4949628"/>
              <a:gd name="connsiteX1" fmla="*/ 273638 w 3267462"/>
              <a:gd name="connsiteY1" fmla="*/ 1512230 h 4949628"/>
              <a:gd name="connsiteX2" fmla="*/ 3267462 w 3267462"/>
              <a:gd name="connsiteY2" fmla="*/ 0 h 4949628"/>
              <a:gd name="connsiteX3" fmla="*/ 3267462 w 3267462"/>
              <a:gd name="connsiteY3" fmla="*/ 3124531 h 4949628"/>
              <a:gd name="connsiteX4" fmla="*/ 225879 w 3267462"/>
              <a:gd name="connsiteY4" fmla="*/ 4683463 h 4949628"/>
              <a:gd name="connsiteX5" fmla="*/ 223193 w 3267462"/>
              <a:gd name="connsiteY5" fmla="*/ 4633982 h 4949628"/>
              <a:gd name="connsiteX6" fmla="*/ 217262 w 3267462"/>
              <a:gd name="connsiteY6" fmla="*/ 1590064 h 4949628"/>
              <a:gd name="connsiteX0" fmla="*/ 217262 w 3267462"/>
              <a:gd name="connsiteY0" fmla="*/ 1590064 h 4949628"/>
              <a:gd name="connsiteX1" fmla="*/ 273638 w 3267462"/>
              <a:gd name="connsiteY1" fmla="*/ 1512230 h 4949628"/>
              <a:gd name="connsiteX2" fmla="*/ 3267462 w 3267462"/>
              <a:gd name="connsiteY2" fmla="*/ 0 h 4949628"/>
              <a:gd name="connsiteX3" fmla="*/ 3267462 w 3267462"/>
              <a:gd name="connsiteY3" fmla="*/ 3124531 h 4949628"/>
              <a:gd name="connsiteX4" fmla="*/ 225879 w 3267462"/>
              <a:gd name="connsiteY4" fmla="*/ 4683463 h 4949628"/>
              <a:gd name="connsiteX5" fmla="*/ 223193 w 3267462"/>
              <a:gd name="connsiteY5" fmla="*/ 4633982 h 4949628"/>
              <a:gd name="connsiteX6" fmla="*/ 217262 w 3267462"/>
              <a:gd name="connsiteY6" fmla="*/ 1590064 h 4949628"/>
              <a:gd name="connsiteX0" fmla="*/ 217262 w 3267462"/>
              <a:gd name="connsiteY0" fmla="*/ 1590064 h 4949628"/>
              <a:gd name="connsiteX1" fmla="*/ 273638 w 3267462"/>
              <a:gd name="connsiteY1" fmla="*/ 1512230 h 4949628"/>
              <a:gd name="connsiteX2" fmla="*/ 3267462 w 3267462"/>
              <a:gd name="connsiteY2" fmla="*/ 0 h 4949628"/>
              <a:gd name="connsiteX3" fmla="*/ 3267462 w 3267462"/>
              <a:gd name="connsiteY3" fmla="*/ 3124531 h 4949628"/>
              <a:gd name="connsiteX4" fmla="*/ 273634 w 3267462"/>
              <a:gd name="connsiteY4" fmla="*/ 4661780 h 4949628"/>
              <a:gd name="connsiteX5" fmla="*/ 225879 w 3267462"/>
              <a:gd name="connsiteY5" fmla="*/ 4683463 h 4949628"/>
              <a:gd name="connsiteX6" fmla="*/ 223193 w 3267462"/>
              <a:gd name="connsiteY6" fmla="*/ 4633982 h 4949628"/>
              <a:gd name="connsiteX7" fmla="*/ 217262 w 3267462"/>
              <a:gd name="connsiteY7" fmla="*/ 1590064 h 4949628"/>
              <a:gd name="connsiteX0" fmla="*/ 51 w 3050251"/>
              <a:gd name="connsiteY0" fmla="*/ 1590064 h 4661780"/>
              <a:gd name="connsiteX1" fmla="*/ 56427 w 3050251"/>
              <a:gd name="connsiteY1" fmla="*/ 1512230 h 4661780"/>
              <a:gd name="connsiteX2" fmla="*/ 3050251 w 3050251"/>
              <a:gd name="connsiteY2" fmla="*/ 0 h 4661780"/>
              <a:gd name="connsiteX3" fmla="*/ 3050251 w 3050251"/>
              <a:gd name="connsiteY3" fmla="*/ 3124531 h 4661780"/>
              <a:gd name="connsiteX4" fmla="*/ 56423 w 3050251"/>
              <a:gd name="connsiteY4" fmla="*/ 4661780 h 4661780"/>
              <a:gd name="connsiteX5" fmla="*/ 5982 w 3050251"/>
              <a:gd name="connsiteY5" fmla="*/ 4633982 h 4661780"/>
              <a:gd name="connsiteX6" fmla="*/ 51 w 3050251"/>
              <a:gd name="connsiteY6" fmla="*/ 1590064 h 4661780"/>
              <a:gd name="connsiteX0" fmla="*/ 51 w 3050251"/>
              <a:gd name="connsiteY0" fmla="*/ 1590064 h 4661780"/>
              <a:gd name="connsiteX1" fmla="*/ 56427 w 3050251"/>
              <a:gd name="connsiteY1" fmla="*/ 1512230 h 4661780"/>
              <a:gd name="connsiteX2" fmla="*/ 3050251 w 3050251"/>
              <a:gd name="connsiteY2" fmla="*/ 0 h 4661780"/>
              <a:gd name="connsiteX3" fmla="*/ 3050251 w 3050251"/>
              <a:gd name="connsiteY3" fmla="*/ 3124531 h 4661780"/>
              <a:gd name="connsiteX4" fmla="*/ 56423 w 3050251"/>
              <a:gd name="connsiteY4" fmla="*/ 4661780 h 4661780"/>
              <a:gd name="connsiteX5" fmla="*/ 5982 w 3050251"/>
              <a:gd name="connsiteY5" fmla="*/ 4633982 h 4661780"/>
              <a:gd name="connsiteX6" fmla="*/ 51 w 3050251"/>
              <a:gd name="connsiteY6" fmla="*/ 1590064 h 4661780"/>
              <a:gd name="connsiteX0" fmla="*/ 51 w 3050251"/>
              <a:gd name="connsiteY0" fmla="*/ 1590064 h 4666558"/>
              <a:gd name="connsiteX1" fmla="*/ 56427 w 3050251"/>
              <a:gd name="connsiteY1" fmla="*/ 1512230 h 4666558"/>
              <a:gd name="connsiteX2" fmla="*/ 3050251 w 3050251"/>
              <a:gd name="connsiteY2" fmla="*/ 0 h 4666558"/>
              <a:gd name="connsiteX3" fmla="*/ 3050251 w 3050251"/>
              <a:gd name="connsiteY3" fmla="*/ 3124531 h 4666558"/>
              <a:gd name="connsiteX4" fmla="*/ 56423 w 3050251"/>
              <a:gd name="connsiteY4" fmla="*/ 4661780 h 4666558"/>
              <a:gd name="connsiteX5" fmla="*/ 5982 w 3050251"/>
              <a:gd name="connsiteY5" fmla="*/ 4633982 h 4666558"/>
              <a:gd name="connsiteX6" fmla="*/ 51 w 3050251"/>
              <a:gd name="connsiteY6" fmla="*/ 1590064 h 4666558"/>
              <a:gd name="connsiteX0" fmla="*/ 51 w 3050251"/>
              <a:gd name="connsiteY0" fmla="*/ 1590064 h 4668575"/>
              <a:gd name="connsiteX1" fmla="*/ 56427 w 3050251"/>
              <a:gd name="connsiteY1" fmla="*/ 1512230 h 4668575"/>
              <a:gd name="connsiteX2" fmla="*/ 3050251 w 3050251"/>
              <a:gd name="connsiteY2" fmla="*/ 0 h 4668575"/>
              <a:gd name="connsiteX3" fmla="*/ 3050251 w 3050251"/>
              <a:gd name="connsiteY3" fmla="*/ 3124531 h 4668575"/>
              <a:gd name="connsiteX4" fmla="*/ 56423 w 3050251"/>
              <a:gd name="connsiteY4" fmla="*/ 4661780 h 4668575"/>
              <a:gd name="connsiteX5" fmla="*/ 5982 w 3050251"/>
              <a:gd name="connsiteY5" fmla="*/ 4633982 h 4668575"/>
              <a:gd name="connsiteX6" fmla="*/ 51 w 3050251"/>
              <a:gd name="connsiteY6" fmla="*/ 1590064 h 4668575"/>
              <a:gd name="connsiteX0" fmla="*/ 42 w 3050242"/>
              <a:gd name="connsiteY0" fmla="*/ 1590064 h 4668575"/>
              <a:gd name="connsiteX1" fmla="*/ 59329 w 3050242"/>
              <a:gd name="connsiteY1" fmla="*/ 1525864 h 4668575"/>
              <a:gd name="connsiteX2" fmla="*/ 3050242 w 3050242"/>
              <a:gd name="connsiteY2" fmla="*/ 0 h 4668575"/>
              <a:gd name="connsiteX3" fmla="*/ 3050242 w 3050242"/>
              <a:gd name="connsiteY3" fmla="*/ 3124531 h 4668575"/>
              <a:gd name="connsiteX4" fmla="*/ 56414 w 3050242"/>
              <a:gd name="connsiteY4" fmla="*/ 4661780 h 4668575"/>
              <a:gd name="connsiteX5" fmla="*/ 5973 w 3050242"/>
              <a:gd name="connsiteY5" fmla="*/ 4633982 h 4668575"/>
              <a:gd name="connsiteX6" fmla="*/ 42 w 3050242"/>
              <a:gd name="connsiteY6" fmla="*/ 1590064 h 4668575"/>
              <a:gd name="connsiteX0" fmla="*/ 10 w 3096779"/>
              <a:gd name="connsiteY0" fmla="*/ 1669147 h 4668575"/>
              <a:gd name="connsiteX1" fmla="*/ 105866 w 3096779"/>
              <a:gd name="connsiteY1" fmla="*/ 1525864 h 4668575"/>
              <a:gd name="connsiteX2" fmla="*/ 3096779 w 3096779"/>
              <a:gd name="connsiteY2" fmla="*/ 0 h 4668575"/>
              <a:gd name="connsiteX3" fmla="*/ 3096779 w 3096779"/>
              <a:gd name="connsiteY3" fmla="*/ 3124531 h 4668575"/>
              <a:gd name="connsiteX4" fmla="*/ 102951 w 3096779"/>
              <a:gd name="connsiteY4" fmla="*/ 4661780 h 4668575"/>
              <a:gd name="connsiteX5" fmla="*/ 52510 w 3096779"/>
              <a:gd name="connsiteY5" fmla="*/ 4633982 h 4668575"/>
              <a:gd name="connsiteX6" fmla="*/ 10 w 3096779"/>
              <a:gd name="connsiteY6" fmla="*/ 1669147 h 4668575"/>
              <a:gd name="connsiteX0" fmla="*/ 31 w 3056052"/>
              <a:gd name="connsiteY0" fmla="*/ 1669147 h 4668575"/>
              <a:gd name="connsiteX1" fmla="*/ 65139 w 3056052"/>
              <a:gd name="connsiteY1" fmla="*/ 1525864 h 4668575"/>
              <a:gd name="connsiteX2" fmla="*/ 3056052 w 3056052"/>
              <a:gd name="connsiteY2" fmla="*/ 0 h 4668575"/>
              <a:gd name="connsiteX3" fmla="*/ 3056052 w 3056052"/>
              <a:gd name="connsiteY3" fmla="*/ 3124531 h 4668575"/>
              <a:gd name="connsiteX4" fmla="*/ 62224 w 3056052"/>
              <a:gd name="connsiteY4" fmla="*/ 4661780 h 4668575"/>
              <a:gd name="connsiteX5" fmla="*/ 11783 w 3056052"/>
              <a:gd name="connsiteY5" fmla="*/ 4633982 h 4668575"/>
              <a:gd name="connsiteX6" fmla="*/ 31 w 3056052"/>
              <a:gd name="connsiteY6" fmla="*/ 1669147 h 4668575"/>
              <a:gd name="connsiteX0" fmla="*/ 31 w 3056052"/>
              <a:gd name="connsiteY0" fmla="*/ 1669147 h 4668575"/>
              <a:gd name="connsiteX1" fmla="*/ 65139 w 3056052"/>
              <a:gd name="connsiteY1" fmla="*/ 1525864 h 4668575"/>
              <a:gd name="connsiteX2" fmla="*/ 3056052 w 3056052"/>
              <a:gd name="connsiteY2" fmla="*/ 0 h 4668575"/>
              <a:gd name="connsiteX3" fmla="*/ 3056052 w 3056052"/>
              <a:gd name="connsiteY3" fmla="*/ 3124531 h 4668575"/>
              <a:gd name="connsiteX4" fmla="*/ 62224 w 3056052"/>
              <a:gd name="connsiteY4" fmla="*/ 4661780 h 4668575"/>
              <a:gd name="connsiteX5" fmla="*/ 11783 w 3056052"/>
              <a:gd name="connsiteY5" fmla="*/ 4633982 h 4668575"/>
              <a:gd name="connsiteX6" fmla="*/ 31 w 3056052"/>
              <a:gd name="connsiteY6" fmla="*/ 1669147 h 4668575"/>
              <a:gd name="connsiteX0" fmla="*/ 84 w 3056105"/>
              <a:gd name="connsiteY0" fmla="*/ 1669147 h 4668575"/>
              <a:gd name="connsiteX1" fmla="*/ 65192 w 3056105"/>
              <a:gd name="connsiteY1" fmla="*/ 1525864 h 4668575"/>
              <a:gd name="connsiteX2" fmla="*/ 3056105 w 3056105"/>
              <a:gd name="connsiteY2" fmla="*/ 0 h 4668575"/>
              <a:gd name="connsiteX3" fmla="*/ 3056105 w 3056105"/>
              <a:gd name="connsiteY3" fmla="*/ 3124531 h 4668575"/>
              <a:gd name="connsiteX4" fmla="*/ 62277 w 3056105"/>
              <a:gd name="connsiteY4" fmla="*/ 4661780 h 4668575"/>
              <a:gd name="connsiteX5" fmla="*/ 11836 w 3056105"/>
              <a:gd name="connsiteY5" fmla="*/ 4633982 h 4668575"/>
              <a:gd name="connsiteX6" fmla="*/ 84 w 3056105"/>
              <a:gd name="connsiteY6" fmla="*/ 1669147 h 4668575"/>
              <a:gd name="connsiteX0" fmla="*/ 485 w 3056506"/>
              <a:gd name="connsiteY0" fmla="*/ 1669147 h 4668575"/>
              <a:gd name="connsiteX1" fmla="*/ 65593 w 3056506"/>
              <a:gd name="connsiteY1" fmla="*/ 1525864 h 4668575"/>
              <a:gd name="connsiteX2" fmla="*/ 3056506 w 3056506"/>
              <a:gd name="connsiteY2" fmla="*/ 0 h 4668575"/>
              <a:gd name="connsiteX3" fmla="*/ 3056506 w 3056506"/>
              <a:gd name="connsiteY3" fmla="*/ 3124531 h 4668575"/>
              <a:gd name="connsiteX4" fmla="*/ 62678 w 3056506"/>
              <a:gd name="connsiteY4" fmla="*/ 4661780 h 4668575"/>
              <a:gd name="connsiteX5" fmla="*/ 12237 w 3056506"/>
              <a:gd name="connsiteY5" fmla="*/ 4633982 h 4668575"/>
              <a:gd name="connsiteX6" fmla="*/ 485 w 3056506"/>
              <a:gd name="connsiteY6" fmla="*/ 1669147 h 4668575"/>
              <a:gd name="connsiteX0" fmla="*/ 17 w 3056038"/>
              <a:gd name="connsiteY0" fmla="*/ 1669147 h 4668575"/>
              <a:gd name="connsiteX1" fmla="*/ 108784 w 3056038"/>
              <a:gd name="connsiteY1" fmla="*/ 1411331 h 4668575"/>
              <a:gd name="connsiteX2" fmla="*/ 3056038 w 3056038"/>
              <a:gd name="connsiteY2" fmla="*/ 0 h 4668575"/>
              <a:gd name="connsiteX3" fmla="*/ 3056038 w 3056038"/>
              <a:gd name="connsiteY3" fmla="*/ 3124531 h 4668575"/>
              <a:gd name="connsiteX4" fmla="*/ 62210 w 3056038"/>
              <a:gd name="connsiteY4" fmla="*/ 4661780 h 4668575"/>
              <a:gd name="connsiteX5" fmla="*/ 11769 w 3056038"/>
              <a:gd name="connsiteY5" fmla="*/ 4633982 h 4668575"/>
              <a:gd name="connsiteX6" fmla="*/ 17 w 3056038"/>
              <a:gd name="connsiteY6" fmla="*/ 1669147 h 4668575"/>
              <a:gd name="connsiteX0" fmla="*/ 12 w 3056033"/>
              <a:gd name="connsiteY0" fmla="*/ 1669147 h 4668575"/>
              <a:gd name="connsiteX1" fmla="*/ 129153 w 3056033"/>
              <a:gd name="connsiteY1" fmla="*/ 1490413 h 4668575"/>
              <a:gd name="connsiteX2" fmla="*/ 3056033 w 3056033"/>
              <a:gd name="connsiteY2" fmla="*/ 0 h 4668575"/>
              <a:gd name="connsiteX3" fmla="*/ 3056033 w 3056033"/>
              <a:gd name="connsiteY3" fmla="*/ 3124531 h 4668575"/>
              <a:gd name="connsiteX4" fmla="*/ 62205 w 3056033"/>
              <a:gd name="connsiteY4" fmla="*/ 4661780 h 4668575"/>
              <a:gd name="connsiteX5" fmla="*/ 11764 w 3056033"/>
              <a:gd name="connsiteY5" fmla="*/ 4633982 h 4668575"/>
              <a:gd name="connsiteX6" fmla="*/ 12 w 3056033"/>
              <a:gd name="connsiteY6" fmla="*/ 1669147 h 4668575"/>
              <a:gd name="connsiteX0" fmla="*/ 589 w 3056610"/>
              <a:gd name="connsiteY0" fmla="*/ 1669147 h 4668575"/>
              <a:gd name="connsiteX1" fmla="*/ 129730 w 3056610"/>
              <a:gd name="connsiteY1" fmla="*/ 1490413 h 4668575"/>
              <a:gd name="connsiteX2" fmla="*/ 3056610 w 3056610"/>
              <a:gd name="connsiteY2" fmla="*/ 0 h 4668575"/>
              <a:gd name="connsiteX3" fmla="*/ 3056610 w 3056610"/>
              <a:gd name="connsiteY3" fmla="*/ 3124531 h 4668575"/>
              <a:gd name="connsiteX4" fmla="*/ 62782 w 3056610"/>
              <a:gd name="connsiteY4" fmla="*/ 4661780 h 4668575"/>
              <a:gd name="connsiteX5" fmla="*/ 12341 w 3056610"/>
              <a:gd name="connsiteY5" fmla="*/ 4633982 h 4668575"/>
              <a:gd name="connsiteX6" fmla="*/ 589 w 3056610"/>
              <a:gd name="connsiteY6" fmla="*/ 1669147 h 4668575"/>
              <a:gd name="connsiteX0" fmla="*/ 61174 w 3117195"/>
              <a:gd name="connsiteY0" fmla="*/ 1669147 h 4672279"/>
              <a:gd name="connsiteX1" fmla="*/ 190315 w 3117195"/>
              <a:gd name="connsiteY1" fmla="*/ 1490413 h 4672279"/>
              <a:gd name="connsiteX2" fmla="*/ 3117195 w 3117195"/>
              <a:gd name="connsiteY2" fmla="*/ 0 h 4672279"/>
              <a:gd name="connsiteX3" fmla="*/ 3117195 w 3117195"/>
              <a:gd name="connsiteY3" fmla="*/ 3124531 h 4672279"/>
              <a:gd name="connsiteX4" fmla="*/ 123367 w 3117195"/>
              <a:gd name="connsiteY4" fmla="*/ 4661780 h 4672279"/>
              <a:gd name="connsiteX5" fmla="*/ 162 w 3117195"/>
              <a:gd name="connsiteY5" fmla="*/ 4644890 h 4672279"/>
              <a:gd name="connsiteX6" fmla="*/ 61174 w 3117195"/>
              <a:gd name="connsiteY6" fmla="*/ 1669147 h 4672279"/>
              <a:gd name="connsiteX0" fmla="*/ 3683 w 3059704"/>
              <a:gd name="connsiteY0" fmla="*/ 1669147 h 4664457"/>
              <a:gd name="connsiteX1" fmla="*/ 132824 w 3059704"/>
              <a:gd name="connsiteY1" fmla="*/ 1490413 h 4664457"/>
              <a:gd name="connsiteX2" fmla="*/ 3059704 w 3059704"/>
              <a:gd name="connsiteY2" fmla="*/ 0 h 4664457"/>
              <a:gd name="connsiteX3" fmla="*/ 3059704 w 3059704"/>
              <a:gd name="connsiteY3" fmla="*/ 3124531 h 4664457"/>
              <a:gd name="connsiteX4" fmla="*/ 65876 w 3059704"/>
              <a:gd name="connsiteY4" fmla="*/ 4661780 h 4664457"/>
              <a:gd name="connsiteX5" fmla="*/ 882 w 3059704"/>
              <a:gd name="connsiteY5" fmla="*/ 4601258 h 4664457"/>
              <a:gd name="connsiteX6" fmla="*/ 3683 w 3059704"/>
              <a:gd name="connsiteY6" fmla="*/ 1669147 h 4664457"/>
              <a:gd name="connsiteX0" fmla="*/ 3683 w 3059704"/>
              <a:gd name="connsiteY0" fmla="*/ 1669147 h 4749992"/>
              <a:gd name="connsiteX1" fmla="*/ 132824 w 3059704"/>
              <a:gd name="connsiteY1" fmla="*/ 1490413 h 4749992"/>
              <a:gd name="connsiteX2" fmla="*/ 3059704 w 3059704"/>
              <a:gd name="connsiteY2" fmla="*/ 0 h 4749992"/>
              <a:gd name="connsiteX3" fmla="*/ 3059704 w 3059704"/>
              <a:gd name="connsiteY3" fmla="*/ 3124531 h 4749992"/>
              <a:gd name="connsiteX4" fmla="*/ 202672 w 3059704"/>
              <a:gd name="connsiteY4" fmla="*/ 4749044 h 4749992"/>
              <a:gd name="connsiteX5" fmla="*/ 882 w 3059704"/>
              <a:gd name="connsiteY5" fmla="*/ 4601258 h 4749992"/>
              <a:gd name="connsiteX6" fmla="*/ 3683 w 3059704"/>
              <a:gd name="connsiteY6" fmla="*/ 1669147 h 4749992"/>
              <a:gd name="connsiteX0" fmla="*/ 3683 w 3059704"/>
              <a:gd name="connsiteY0" fmla="*/ 1669147 h 4651813"/>
              <a:gd name="connsiteX1" fmla="*/ 132824 w 3059704"/>
              <a:gd name="connsiteY1" fmla="*/ 1490413 h 4651813"/>
              <a:gd name="connsiteX2" fmla="*/ 3059704 w 3059704"/>
              <a:gd name="connsiteY2" fmla="*/ 0 h 4651813"/>
              <a:gd name="connsiteX3" fmla="*/ 3059704 w 3059704"/>
              <a:gd name="connsiteY3" fmla="*/ 3124531 h 4651813"/>
              <a:gd name="connsiteX4" fmla="*/ 135729 w 3059704"/>
              <a:gd name="connsiteY4" fmla="*/ 4648145 h 4651813"/>
              <a:gd name="connsiteX5" fmla="*/ 882 w 3059704"/>
              <a:gd name="connsiteY5" fmla="*/ 4601258 h 4651813"/>
              <a:gd name="connsiteX6" fmla="*/ 3683 w 3059704"/>
              <a:gd name="connsiteY6" fmla="*/ 1669147 h 4651813"/>
              <a:gd name="connsiteX0" fmla="*/ 3683 w 3059704"/>
              <a:gd name="connsiteY0" fmla="*/ 1669147 h 4673667"/>
              <a:gd name="connsiteX1" fmla="*/ 132824 w 3059704"/>
              <a:gd name="connsiteY1" fmla="*/ 1490413 h 4673667"/>
              <a:gd name="connsiteX2" fmla="*/ 3059704 w 3059704"/>
              <a:gd name="connsiteY2" fmla="*/ 0 h 4673667"/>
              <a:gd name="connsiteX3" fmla="*/ 3059704 w 3059704"/>
              <a:gd name="connsiteY3" fmla="*/ 3124531 h 4673667"/>
              <a:gd name="connsiteX4" fmla="*/ 135729 w 3059704"/>
              <a:gd name="connsiteY4" fmla="*/ 4648145 h 4673667"/>
              <a:gd name="connsiteX5" fmla="*/ 882 w 3059704"/>
              <a:gd name="connsiteY5" fmla="*/ 4601258 h 4673667"/>
              <a:gd name="connsiteX6" fmla="*/ 3683 w 3059704"/>
              <a:gd name="connsiteY6" fmla="*/ 1669147 h 4673667"/>
              <a:gd name="connsiteX0" fmla="*/ 3683 w 3059704"/>
              <a:gd name="connsiteY0" fmla="*/ 1669147 h 4685257"/>
              <a:gd name="connsiteX1" fmla="*/ 132824 w 3059704"/>
              <a:gd name="connsiteY1" fmla="*/ 1490413 h 4685257"/>
              <a:gd name="connsiteX2" fmla="*/ 3059704 w 3059704"/>
              <a:gd name="connsiteY2" fmla="*/ 0 h 4685257"/>
              <a:gd name="connsiteX3" fmla="*/ 3059704 w 3059704"/>
              <a:gd name="connsiteY3" fmla="*/ 3124531 h 4685257"/>
              <a:gd name="connsiteX4" fmla="*/ 135729 w 3059704"/>
              <a:gd name="connsiteY4" fmla="*/ 4648145 h 4685257"/>
              <a:gd name="connsiteX5" fmla="*/ 882 w 3059704"/>
              <a:gd name="connsiteY5" fmla="*/ 4601258 h 4685257"/>
              <a:gd name="connsiteX6" fmla="*/ 3683 w 3059704"/>
              <a:gd name="connsiteY6" fmla="*/ 1669147 h 4685257"/>
              <a:gd name="connsiteX0" fmla="*/ 3683 w 3059704"/>
              <a:gd name="connsiteY0" fmla="*/ 1669147 h 4683777"/>
              <a:gd name="connsiteX1" fmla="*/ 132824 w 3059704"/>
              <a:gd name="connsiteY1" fmla="*/ 1490413 h 4683777"/>
              <a:gd name="connsiteX2" fmla="*/ 3059704 w 3059704"/>
              <a:gd name="connsiteY2" fmla="*/ 0 h 4683777"/>
              <a:gd name="connsiteX3" fmla="*/ 3059704 w 3059704"/>
              <a:gd name="connsiteY3" fmla="*/ 3124531 h 4683777"/>
              <a:gd name="connsiteX4" fmla="*/ 135729 w 3059704"/>
              <a:gd name="connsiteY4" fmla="*/ 4648145 h 4683777"/>
              <a:gd name="connsiteX5" fmla="*/ 882 w 3059704"/>
              <a:gd name="connsiteY5" fmla="*/ 4601258 h 4683777"/>
              <a:gd name="connsiteX6" fmla="*/ 3683 w 3059704"/>
              <a:gd name="connsiteY6" fmla="*/ 1669147 h 4683777"/>
              <a:gd name="connsiteX0" fmla="*/ 3683 w 3059704"/>
              <a:gd name="connsiteY0" fmla="*/ 1669147 h 4684975"/>
              <a:gd name="connsiteX1" fmla="*/ 132824 w 3059704"/>
              <a:gd name="connsiteY1" fmla="*/ 1490413 h 4684975"/>
              <a:gd name="connsiteX2" fmla="*/ 3059704 w 3059704"/>
              <a:gd name="connsiteY2" fmla="*/ 0 h 4684975"/>
              <a:gd name="connsiteX3" fmla="*/ 3059704 w 3059704"/>
              <a:gd name="connsiteY3" fmla="*/ 3124531 h 4684975"/>
              <a:gd name="connsiteX4" fmla="*/ 135729 w 3059704"/>
              <a:gd name="connsiteY4" fmla="*/ 4648145 h 4684975"/>
              <a:gd name="connsiteX5" fmla="*/ 882 w 3059704"/>
              <a:gd name="connsiteY5" fmla="*/ 4601258 h 4684975"/>
              <a:gd name="connsiteX6" fmla="*/ 3683 w 3059704"/>
              <a:gd name="connsiteY6" fmla="*/ 1669147 h 4684975"/>
              <a:gd name="connsiteX0" fmla="*/ 3683 w 3059704"/>
              <a:gd name="connsiteY0" fmla="*/ 1669147 h 4683777"/>
              <a:gd name="connsiteX1" fmla="*/ 132824 w 3059704"/>
              <a:gd name="connsiteY1" fmla="*/ 1490413 h 4683777"/>
              <a:gd name="connsiteX2" fmla="*/ 3059704 w 3059704"/>
              <a:gd name="connsiteY2" fmla="*/ 0 h 4683777"/>
              <a:gd name="connsiteX3" fmla="*/ 3059704 w 3059704"/>
              <a:gd name="connsiteY3" fmla="*/ 3124531 h 4683777"/>
              <a:gd name="connsiteX4" fmla="*/ 135729 w 3059704"/>
              <a:gd name="connsiteY4" fmla="*/ 4648145 h 4683777"/>
              <a:gd name="connsiteX5" fmla="*/ 882 w 3059704"/>
              <a:gd name="connsiteY5" fmla="*/ 4601258 h 4683777"/>
              <a:gd name="connsiteX6" fmla="*/ 3683 w 3059704"/>
              <a:gd name="connsiteY6" fmla="*/ 1669147 h 4683777"/>
              <a:gd name="connsiteX0" fmla="*/ 3683 w 3059704"/>
              <a:gd name="connsiteY0" fmla="*/ 1669147 h 4683777"/>
              <a:gd name="connsiteX1" fmla="*/ 132824 w 3059704"/>
              <a:gd name="connsiteY1" fmla="*/ 1490413 h 4683777"/>
              <a:gd name="connsiteX2" fmla="*/ 3059704 w 3059704"/>
              <a:gd name="connsiteY2" fmla="*/ 0 h 4683777"/>
              <a:gd name="connsiteX3" fmla="*/ 3059704 w 3059704"/>
              <a:gd name="connsiteY3" fmla="*/ 3124531 h 4683777"/>
              <a:gd name="connsiteX4" fmla="*/ 3024777 w 3059704"/>
              <a:gd name="connsiteY4" fmla="*/ 3146924 h 4683777"/>
              <a:gd name="connsiteX5" fmla="*/ 135729 w 3059704"/>
              <a:gd name="connsiteY5" fmla="*/ 4648145 h 4683777"/>
              <a:gd name="connsiteX6" fmla="*/ 882 w 3059704"/>
              <a:gd name="connsiteY6" fmla="*/ 4601258 h 4683777"/>
              <a:gd name="connsiteX7" fmla="*/ 3683 w 3059704"/>
              <a:gd name="connsiteY7" fmla="*/ 1669147 h 4683777"/>
              <a:gd name="connsiteX0" fmla="*/ 3683 w 3059704"/>
              <a:gd name="connsiteY0" fmla="*/ 1669147 h 4683777"/>
              <a:gd name="connsiteX1" fmla="*/ 132824 w 3059704"/>
              <a:gd name="connsiteY1" fmla="*/ 1490413 h 4683777"/>
              <a:gd name="connsiteX2" fmla="*/ 3059704 w 3059704"/>
              <a:gd name="connsiteY2" fmla="*/ 0 h 4683777"/>
              <a:gd name="connsiteX3" fmla="*/ 3059704 w 3059704"/>
              <a:gd name="connsiteY3" fmla="*/ 3124531 h 4683777"/>
              <a:gd name="connsiteX4" fmla="*/ 3024777 w 3059704"/>
              <a:gd name="connsiteY4" fmla="*/ 3286000 h 4683777"/>
              <a:gd name="connsiteX5" fmla="*/ 135729 w 3059704"/>
              <a:gd name="connsiteY5" fmla="*/ 4648145 h 4683777"/>
              <a:gd name="connsiteX6" fmla="*/ 882 w 3059704"/>
              <a:gd name="connsiteY6" fmla="*/ 4601258 h 4683777"/>
              <a:gd name="connsiteX7" fmla="*/ 3683 w 3059704"/>
              <a:gd name="connsiteY7" fmla="*/ 1669147 h 4683777"/>
              <a:gd name="connsiteX0" fmla="*/ 3683 w 3249425"/>
              <a:gd name="connsiteY0" fmla="*/ 1669147 h 4683777"/>
              <a:gd name="connsiteX1" fmla="*/ 132824 w 3249425"/>
              <a:gd name="connsiteY1" fmla="*/ 1490413 h 4683777"/>
              <a:gd name="connsiteX2" fmla="*/ 3059704 w 3249425"/>
              <a:gd name="connsiteY2" fmla="*/ 0 h 4683777"/>
              <a:gd name="connsiteX3" fmla="*/ 3059704 w 3249425"/>
              <a:gd name="connsiteY3" fmla="*/ 3124531 h 4683777"/>
              <a:gd name="connsiteX4" fmla="*/ 3024777 w 3249425"/>
              <a:gd name="connsiteY4" fmla="*/ 3286000 h 4683777"/>
              <a:gd name="connsiteX5" fmla="*/ 135729 w 3249425"/>
              <a:gd name="connsiteY5" fmla="*/ 4648145 h 4683777"/>
              <a:gd name="connsiteX6" fmla="*/ 882 w 3249425"/>
              <a:gd name="connsiteY6" fmla="*/ 4601258 h 4683777"/>
              <a:gd name="connsiteX7" fmla="*/ 3683 w 3249425"/>
              <a:gd name="connsiteY7" fmla="*/ 1669147 h 4683777"/>
              <a:gd name="connsiteX0" fmla="*/ 3683 w 3117989"/>
              <a:gd name="connsiteY0" fmla="*/ 1669147 h 4683777"/>
              <a:gd name="connsiteX1" fmla="*/ 132824 w 3117989"/>
              <a:gd name="connsiteY1" fmla="*/ 1490413 h 4683777"/>
              <a:gd name="connsiteX2" fmla="*/ 3059704 w 3117989"/>
              <a:gd name="connsiteY2" fmla="*/ 0 h 4683777"/>
              <a:gd name="connsiteX3" fmla="*/ 3059704 w 3117989"/>
              <a:gd name="connsiteY3" fmla="*/ 3124531 h 4683777"/>
              <a:gd name="connsiteX4" fmla="*/ 3024777 w 3117989"/>
              <a:gd name="connsiteY4" fmla="*/ 3286000 h 4683777"/>
              <a:gd name="connsiteX5" fmla="*/ 135729 w 3117989"/>
              <a:gd name="connsiteY5" fmla="*/ 4648145 h 4683777"/>
              <a:gd name="connsiteX6" fmla="*/ 882 w 3117989"/>
              <a:gd name="connsiteY6" fmla="*/ 4601258 h 4683777"/>
              <a:gd name="connsiteX7" fmla="*/ 3683 w 3117989"/>
              <a:gd name="connsiteY7" fmla="*/ 1669147 h 4683777"/>
              <a:gd name="connsiteX0" fmla="*/ 3683 w 3142730"/>
              <a:gd name="connsiteY0" fmla="*/ 1669147 h 4683777"/>
              <a:gd name="connsiteX1" fmla="*/ 132824 w 3142730"/>
              <a:gd name="connsiteY1" fmla="*/ 1490413 h 4683777"/>
              <a:gd name="connsiteX2" fmla="*/ 3059704 w 3142730"/>
              <a:gd name="connsiteY2" fmla="*/ 0 h 4683777"/>
              <a:gd name="connsiteX3" fmla="*/ 3059704 w 3142730"/>
              <a:gd name="connsiteY3" fmla="*/ 3124531 h 4683777"/>
              <a:gd name="connsiteX4" fmla="*/ 3024777 w 3142730"/>
              <a:gd name="connsiteY4" fmla="*/ 3286000 h 4683777"/>
              <a:gd name="connsiteX5" fmla="*/ 135729 w 3142730"/>
              <a:gd name="connsiteY5" fmla="*/ 4648145 h 4683777"/>
              <a:gd name="connsiteX6" fmla="*/ 882 w 3142730"/>
              <a:gd name="connsiteY6" fmla="*/ 4601258 h 4683777"/>
              <a:gd name="connsiteX7" fmla="*/ 3683 w 3142730"/>
              <a:gd name="connsiteY7" fmla="*/ 1669147 h 4683777"/>
              <a:gd name="connsiteX0" fmla="*/ 3683 w 3131857"/>
              <a:gd name="connsiteY0" fmla="*/ 1669147 h 4683777"/>
              <a:gd name="connsiteX1" fmla="*/ 132824 w 3131857"/>
              <a:gd name="connsiteY1" fmla="*/ 1490413 h 4683777"/>
              <a:gd name="connsiteX2" fmla="*/ 3059704 w 3131857"/>
              <a:gd name="connsiteY2" fmla="*/ 0 h 4683777"/>
              <a:gd name="connsiteX3" fmla="*/ 3059704 w 3131857"/>
              <a:gd name="connsiteY3" fmla="*/ 3124531 h 4683777"/>
              <a:gd name="connsiteX4" fmla="*/ 3004403 w 3131857"/>
              <a:gd name="connsiteY4" fmla="*/ 3174194 h 4683777"/>
              <a:gd name="connsiteX5" fmla="*/ 135729 w 3131857"/>
              <a:gd name="connsiteY5" fmla="*/ 4648145 h 4683777"/>
              <a:gd name="connsiteX6" fmla="*/ 882 w 3131857"/>
              <a:gd name="connsiteY6" fmla="*/ 4601258 h 4683777"/>
              <a:gd name="connsiteX7" fmla="*/ 3683 w 3131857"/>
              <a:gd name="connsiteY7" fmla="*/ 1669147 h 4683777"/>
              <a:gd name="connsiteX0" fmla="*/ 3683 w 3227649"/>
              <a:gd name="connsiteY0" fmla="*/ 1669147 h 4683777"/>
              <a:gd name="connsiteX1" fmla="*/ 132824 w 3227649"/>
              <a:gd name="connsiteY1" fmla="*/ 1490413 h 4683777"/>
              <a:gd name="connsiteX2" fmla="*/ 3059704 w 3227649"/>
              <a:gd name="connsiteY2" fmla="*/ 0 h 4683777"/>
              <a:gd name="connsiteX3" fmla="*/ 3199410 w 3227649"/>
              <a:gd name="connsiteY3" fmla="*/ 3034540 h 4683777"/>
              <a:gd name="connsiteX4" fmla="*/ 3004403 w 3227649"/>
              <a:gd name="connsiteY4" fmla="*/ 3174194 h 4683777"/>
              <a:gd name="connsiteX5" fmla="*/ 135729 w 3227649"/>
              <a:gd name="connsiteY5" fmla="*/ 4648145 h 4683777"/>
              <a:gd name="connsiteX6" fmla="*/ 882 w 3227649"/>
              <a:gd name="connsiteY6" fmla="*/ 4601258 h 4683777"/>
              <a:gd name="connsiteX7" fmla="*/ 3683 w 3227649"/>
              <a:gd name="connsiteY7" fmla="*/ 1669147 h 4683777"/>
              <a:gd name="connsiteX0" fmla="*/ 3683 w 3134780"/>
              <a:gd name="connsiteY0" fmla="*/ 1669147 h 4683777"/>
              <a:gd name="connsiteX1" fmla="*/ 132824 w 3134780"/>
              <a:gd name="connsiteY1" fmla="*/ 1490413 h 4683777"/>
              <a:gd name="connsiteX2" fmla="*/ 3059704 w 3134780"/>
              <a:gd name="connsiteY2" fmla="*/ 0 h 4683777"/>
              <a:gd name="connsiteX3" fmla="*/ 3065525 w 3134780"/>
              <a:gd name="connsiteY3" fmla="*/ 3061810 h 4683777"/>
              <a:gd name="connsiteX4" fmla="*/ 3004403 w 3134780"/>
              <a:gd name="connsiteY4" fmla="*/ 3174194 h 4683777"/>
              <a:gd name="connsiteX5" fmla="*/ 135729 w 3134780"/>
              <a:gd name="connsiteY5" fmla="*/ 4648145 h 4683777"/>
              <a:gd name="connsiteX6" fmla="*/ 882 w 3134780"/>
              <a:gd name="connsiteY6" fmla="*/ 4601258 h 4683777"/>
              <a:gd name="connsiteX7" fmla="*/ 3683 w 3134780"/>
              <a:gd name="connsiteY7" fmla="*/ 1669147 h 4683777"/>
              <a:gd name="connsiteX0" fmla="*/ 3683 w 3107698"/>
              <a:gd name="connsiteY0" fmla="*/ 1669147 h 4683777"/>
              <a:gd name="connsiteX1" fmla="*/ 132824 w 3107698"/>
              <a:gd name="connsiteY1" fmla="*/ 1490413 h 4683777"/>
              <a:gd name="connsiteX2" fmla="*/ 3059704 w 3107698"/>
              <a:gd name="connsiteY2" fmla="*/ 0 h 4683777"/>
              <a:gd name="connsiteX3" fmla="*/ 3065525 w 3107698"/>
              <a:gd name="connsiteY3" fmla="*/ 3061810 h 4683777"/>
              <a:gd name="connsiteX4" fmla="*/ 2934550 w 3107698"/>
              <a:gd name="connsiteY4" fmla="*/ 3348720 h 4683777"/>
              <a:gd name="connsiteX5" fmla="*/ 135729 w 3107698"/>
              <a:gd name="connsiteY5" fmla="*/ 4648145 h 4683777"/>
              <a:gd name="connsiteX6" fmla="*/ 882 w 3107698"/>
              <a:gd name="connsiteY6" fmla="*/ 4601258 h 4683777"/>
              <a:gd name="connsiteX7" fmla="*/ 3683 w 3107698"/>
              <a:gd name="connsiteY7" fmla="*/ 1669147 h 4683777"/>
              <a:gd name="connsiteX0" fmla="*/ 3683 w 3108550"/>
              <a:gd name="connsiteY0" fmla="*/ 1669147 h 4683777"/>
              <a:gd name="connsiteX1" fmla="*/ 132824 w 3108550"/>
              <a:gd name="connsiteY1" fmla="*/ 1490413 h 4683777"/>
              <a:gd name="connsiteX2" fmla="*/ 3059704 w 3108550"/>
              <a:gd name="connsiteY2" fmla="*/ 0 h 4683777"/>
              <a:gd name="connsiteX3" fmla="*/ 3065525 w 3108550"/>
              <a:gd name="connsiteY3" fmla="*/ 3061810 h 4683777"/>
              <a:gd name="connsiteX4" fmla="*/ 2937461 w 3108550"/>
              <a:gd name="connsiteY4" fmla="*/ 3209644 h 4683777"/>
              <a:gd name="connsiteX5" fmla="*/ 135729 w 3108550"/>
              <a:gd name="connsiteY5" fmla="*/ 4648145 h 4683777"/>
              <a:gd name="connsiteX6" fmla="*/ 882 w 3108550"/>
              <a:gd name="connsiteY6" fmla="*/ 4601258 h 4683777"/>
              <a:gd name="connsiteX7" fmla="*/ 3683 w 3108550"/>
              <a:gd name="connsiteY7" fmla="*/ 1669147 h 4683777"/>
              <a:gd name="connsiteX0" fmla="*/ 3683 w 3091569"/>
              <a:gd name="connsiteY0" fmla="*/ 1669147 h 4683777"/>
              <a:gd name="connsiteX1" fmla="*/ 132824 w 3091569"/>
              <a:gd name="connsiteY1" fmla="*/ 1490413 h 4683777"/>
              <a:gd name="connsiteX2" fmla="*/ 3059704 w 3091569"/>
              <a:gd name="connsiteY2" fmla="*/ 0 h 4683777"/>
              <a:gd name="connsiteX3" fmla="*/ 3065525 w 3091569"/>
              <a:gd name="connsiteY3" fmla="*/ 3061810 h 4683777"/>
              <a:gd name="connsiteX4" fmla="*/ 2937461 w 3091569"/>
              <a:gd name="connsiteY4" fmla="*/ 3209644 h 4683777"/>
              <a:gd name="connsiteX5" fmla="*/ 135729 w 3091569"/>
              <a:gd name="connsiteY5" fmla="*/ 4648145 h 4683777"/>
              <a:gd name="connsiteX6" fmla="*/ 882 w 3091569"/>
              <a:gd name="connsiteY6" fmla="*/ 4601258 h 4683777"/>
              <a:gd name="connsiteX7" fmla="*/ 3683 w 3091569"/>
              <a:gd name="connsiteY7" fmla="*/ 1669147 h 4683777"/>
              <a:gd name="connsiteX0" fmla="*/ 3683 w 3066771"/>
              <a:gd name="connsiteY0" fmla="*/ 1669147 h 4683777"/>
              <a:gd name="connsiteX1" fmla="*/ 132824 w 3066771"/>
              <a:gd name="connsiteY1" fmla="*/ 1490413 h 4683777"/>
              <a:gd name="connsiteX2" fmla="*/ 3059704 w 3066771"/>
              <a:gd name="connsiteY2" fmla="*/ 0 h 4683777"/>
              <a:gd name="connsiteX3" fmla="*/ 3065525 w 3066771"/>
              <a:gd name="connsiteY3" fmla="*/ 3061810 h 4683777"/>
              <a:gd name="connsiteX4" fmla="*/ 2937461 w 3066771"/>
              <a:gd name="connsiteY4" fmla="*/ 3209644 h 4683777"/>
              <a:gd name="connsiteX5" fmla="*/ 135729 w 3066771"/>
              <a:gd name="connsiteY5" fmla="*/ 4648145 h 4683777"/>
              <a:gd name="connsiteX6" fmla="*/ 882 w 3066771"/>
              <a:gd name="connsiteY6" fmla="*/ 4601258 h 4683777"/>
              <a:gd name="connsiteX7" fmla="*/ 3683 w 3066771"/>
              <a:gd name="connsiteY7" fmla="*/ 1669147 h 4683777"/>
              <a:gd name="connsiteX0" fmla="*/ 3683 w 3066771"/>
              <a:gd name="connsiteY0" fmla="*/ 1669147 h 4683777"/>
              <a:gd name="connsiteX1" fmla="*/ 132824 w 3066771"/>
              <a:gd name="connsiteY1" fmla="*/ 1490413 h 4683777"/>
              <a:gd name="connsiteX2" fmla="*/ 3059704 w 3066771"/>
              <a:gd name="connsiteY2" fmla="*/ 0 h 4683777"/>
              <a:gd name="connsiteX3" fmla="*/ 3065525 w 3066771"/>
              <a:gd name="connsiteY3" fmla="*/ 3061810 h 4683777"/>
              <a:gd name="connsiteX4" fmla="*/ 2937461 w 3066771"/>
              <a:gd name="connsiteY4" fmla="*/ 3209644 h 4683777"/>
              <a:gd name="connsiteX5" fmla="*/ 135729 w 3066771"/>
              <a:gd name="connsiteY5" fmla="*/ 4648145 h 4683777"/>
              <a:gd name="connsiteX6" fmla="*/ 882 w 3066771"/>
              <a:gd name="connsiteY6" fmla="*/ 4601258 h 4683777"/>
              <a:gd name="connsiteX7" fmla="*/ 3683 w 3066771"/>
              <a:gd name="connsiteY7" fmla="*/ 1669147 h 4683777"/>
              <a:gd name="connsiteX0" fmla="*/ 3683 w 3066846"/>
              <a:gd name="connsiteY0" fmla="*/ 1669147 h 4683777"/>
              <a:gd name="connsiteX1" fmla="*/ 132824 w 3066846"/>
              <a:gd name="connsiteY1" fmla="*/ 1490413 h 4683777"/>
              <a:gd name="connsiteX2" fmla="*/ 3059704 w 3066846"/>
              <a:gd name="connsiteY2" fmla="*/ 0 h 4683777"/>
              <a:gd name="connsiteX3" fmla="*/ 3065525 w 3066846"/>
              <a:gd name="connsiteY3" fmla="*/ 3061810 h 4683777"/>
              <a:gd name="connsiteX4" fmla="*/ 2937461 w 3066846"/>
              <a:gd name="connsiteY4" fmla="*/ 3209644 h 4683777"/>
              <a:gd name="connsiteX5" fmla="*/ 135729 w 3066846"/>
              <a:gd name="connsiteY5" fmla="*/ 4648145 h 4683777"/>
              <a:gd name="connsiteX6" fmla="*/ 882 w 3066846"/>
              <a:gd name="connsiteY6" fmla="*/ 4601258 h 4683777"/>
              <a:gd name="connsiteX7" fmla="*/ 3683 w 3066846"/>
              <a:gd name="connsiteY7" fmla="*/ 1669147 h 4683777"/>
              <a:gd name="connsiteX0" fmla="*/ 3683 w 3065726"/>
              <a:gd name="connsiteY0" fmla="*/ 1669147 h 4683777"/>
              <a:gd name="connsiteX1" fmla="*/ 132824 w 3065726"/>
              <a:gd name="connsiteY1" fmla="*/ 1490413 h 4683777"/>
              <a:gd name="connsiteX2" fmla="*/ 3059704 w 3065726"/>
              <a:gd name="connsiteY2" fmla="*/ 0 h 4683777"/>
              <a:gd name="connsiteX3" fmla="*/ 3065525 w 3065726"/>
              <a:gd name="connsiteY3" fmla="*/ 3061810 h 4683777"/>
              <a:gd name="connsiteX4" fmla="*/ 2937461 w 3065726"/>
              <a:gd name="connsiteY4" fmla="*/ 3209644 h 4683777"/>
              <a:gd name="connsiteX5" fmla="*/ 135729 w 3065726"/>
              <a:gd name="connsiteY5" fmla="*/ 4648145 h 4683777"/>
              <a:gd name="connsiteX6" fmla="*/ 882 w 3065726"/>
              <a:gd name="connsiteY6" fmla="*/ 4601258 h 4683777"/>
              <a:gd name="connsiteX7" fmla="*/ 3683 w 3065726"/>
              <a:gd name="connsiteY7" fmla="*/ 1669147 h 4683777"/>
              <a:gd name="connsiteX0" fmla="*/ 3683 w 3277265"/>
              <a:gd name="connsiteY0" fmla="*/ 1909187 h 4923817"/>
              <a:gd name="connsiteX1" fmla="*/ 132824 w 3277265"/>
              <a:gd name="connsiteY1" fmla="*/ 1730453 h 4923817"/>
              <a:gd name="connsiteX2" fmla="*/ 3059704 w 3277265"/>
              <a:gd name="connsiteY2" fmla="*/ 240040 h 4923817"/>
              <a:gd name="connsiteX3" fmla="*/ 3062613 w 3277265"/>
              <a:gd name="connsiteY3" fmla="*/ 321847 h 4923817"/>
              <a:gd name="connsiteX4" fmla="*/ 3065525 w 3277265"/>
              <a:gd name="connsiteY4" fmla="*/ 3301850 h 4923817"/>
              <a:gd name="connsiteX5" fmla="*/ 2937461 w 3277265"/>
              <a:gd name="connsiteY5" fmla="*/ 3449684 h 4923817"/>
              <a:gd name="connsiteX6" fmla="*/ 135729 w 3277265"/>
              <a:gd name="connsiteY6" fmla="*/ 4888185 h 4923817"/>
              <a:gd name="connsiteX7" fmla="*/ 882 w 3277265"/>
              <a:gd name="connsiteY7" fmla="*/ 4841298 h 4923817"/>
              <a:gd name="connsiteX8" fmla="*/ 3683 w 3277265"/>
              <a:gd name="connsiteY8" fmla="*/ 1909187 h 4923817"/>
              <a:gd name="connsiteX0" fmla="*/ 3683 w 3133621"/>
              <a:gd name="connsiteY0" fmla="*/ 1902023 h 4916653"/>
              <a:gd name="connsiteX1" fmla="*/ 132824 w 3133621"/>
              <a:gd name="connsiteY1" fmla="*/ 1723289 h 4916653"/>
              <a:gd name="connsiteX2" fmla="*/ 2838503 w 3133621"/>
              <a:gd name="connsiteY2" fmla="*/ 249237 h 4916653"/>
              <a:gd name="connsiteX3" fmla="*/ 3062613 w 3133621"/>
              <a:gd name="connsiteY3" fmla="*/ 314683 h 4916653"/>
              <a:gd name="connsiteX4" fmla="*/ 3065525 w 3133621"/>
              <a:gd name="connsiteY4" fmla="*/ 3294686 h 4916653"/>
              <a:gd name="connsiteX5" fmla="*/ 2937461 w 3133621"/>
              <a:gd name="connsiteY5" fmla="*/ 3442520 h 4916653"/>
              <a:gd name="connsiteX6" fmla="*/ 135729 w 3133621"/>
              <a:gd name="connsiteY6" fmla="*/ 4881021 h 4916653"/>
              <a:gd name="connsiteX7" fmla="*/ 882 w 3133621"/>
              <a:gd name="connsiteY7" fmla="*/ 4834134 h 4916653"/>
              <a:gd name="connsiteX8" fmla="*/ 3683 w 3133621"/>
              <a:gd name="connsiteY8" fmla="*/ 1902023 h 4916653"/>
              <a:gd name="connsiteX0" fmla="*/ 3683 w 3191844"/>
              <a:gd name="connsiteY0" fmla="*/ 1880956 h 4895586"/>
              <a:gd name="connsiteX1" fmla="*/ 132824 w 3191844"/>
              <a:gd name="connsiteY1" fmla="*/ 1702222 h 4895586"/>
              <a:gd name="connsiteX2" fmla="*/ 2838503 w 3191844"/>
              <a:gd name="connsiteY2" fmla="*/ 228170 h 4895586"/>
              <a:gd name="connsiteX3" fmla="*/ 3167392 w 3191844"/>
              <a:gd name="connsiteY3" fmla="*/ 331793 h 4895586"/>
              <a:gd name="connsiteX4" fmla="*/ 3065525 w 3191844"/>
              <a:gd name="connsiteY4" fmla="*/ 3273619 h 4895586"/>
              <a:gd name="connsiteX5" fmla="*/ 2937461 w 3191844"/>
              <a:gd name="connsiteY5" fmla="*/ 3421453 h 4895586"/>
              <a:gd name="connsiteX6" fmla="*/ 135729 w 3191844"/>
              <a:gd name="connsiteY6" fmla="*/ 4859954 h 4895586"/>
              <a:gd name="connsiteX7" fmla="*/ 882 w 3191844"/>
              <a:gd name="connsiteY7" fmla="*/ 4813067 h 4895586"/>
              <a:gd name="connsiteX8" fmla="*/ 3683 w 3191844"/>
              <a:gd name="connsiteY8" fmla="*/ 1880956 h 4895586"/>
              <a:gd name="connsiteX0" fmla="*/ 3683 w 3196901"/>
              <a:gd name="connsiteY0" fmla="*/ 1756529 h 4771159"/>
              <a:gd name="connsiteX1" fmla="*/ 132824 w 3196901"/>
              <a:gd name="connsiteY1" fmla="*/ 1577795 h 4771159"/>
              <a:gd name="connsiteX2" fmla="*/ 2838503 w 3196901"/>
              <a:gd name="connsiteY2" fmla="*/ 103743 h 4771159"/>
              <a:gd name="connsiteX3" fmla="*/ 3167392 w 3196901"/>
              <a:gd name="connsiteY3" fmla="*/ 207366 h 4771159"/>
              <a:gd name="connsiteX4" fmla="*/ 3065525 w 3196901"/>
              <a:gd name="connsiteY4" fmla="*/ 3149192 h 4771159"/>
              <a:gd name="connsiteX5" fmla="*/ 2937461 w 3196901"/>
              <a:gd name="connsiteY5" fmla="*/ 3297026 h 4771159"/>
              <a:gd name="connsiteX6" fmla="*/ 135729 w 3196901"/>
              <a:gd name="connsiteY6" fmla="*/ 4735527 h 4771159"/>
              <a:gd name="connsiteX7" fmla="*/ 882 w 3196901"/>
              <a:gd name="connsiteY7" fmla="*/ 4688640 h 4771159"/>
              <a:gd name="connsiteX8" fmla="*/ 3683 w 3196901"/>
              <a:gd name="connsiteY8" fmla="*/ 1756529 h 4771159"/>
              <a:gd name="connsiteX0" fmla="*/ 3683 w 3196900"/>
              <a:gd name="connsiteY0" fmla="*/ 1756529 h 4771159"/>
              <a:gd name="connsiteX1" fmla="*/ 132824 w 3196900"/>
              <a:gd name="connsiteY1" fmla="*/ 1577795 h 4771159"/>
              <a:gd name="connsiteX2" fmla="*/ 2838503 w 3196900"/>
              <a:gd name="connsiteY2" fmla="*/ 103743 h 4771159"/>
              <a:gd name="connsiteX3" fmla="*/ 3167392 w 3196900"/>
              <a:gd name="connsiteY3" fmla="*/ 207366 h 4771159"/>
              <a:gd name="connsiteX4" fmla="*/ 3065525 w 3196900"/>
              <a:gd name="connsiteY4" fmla="*/ 3149192 h 4771159"/>
              <a:gd name="connsiteX5" fmla="*/ 2937461 w 3196900"/>
              <a:gd name="connsiteY5" fmla="*/ 3297026 h 4771159"/>
              <a:gd name="connsiteX6" fmla="*/ 135729 w 3196900"/>
              <a:gd name="connsiteY6" fmla="*/ 4735527 h 4771159"/>
              <a:gd name="connsiteX7" fmla="*/ 882 w 3196900"/>
              <a:gd name="connsiteY7" fmla="*/ 4688640 h 4771159"/>
              <a:gd name="connsiteX8" fmla="*/ 3683 w 3196900"/>
              <a:gd name="connsiteY8" fmla="*/ 1756529 h 4771159"/>
              <a:gd name="connsiteX0" fmla="*/ 3683 w 3253522"/>
              <a:gd name="connsiteY0" fmla="*/ 1740263 h 4754893"/>
              <a:gd name="connsiteX1" fmla="*/ 132824 w 3253522"/>
              <a:gd name="connsiteY1" fmla="*/ 1561529 h 4754893"/>
              <a:gd name="connsiteX2" fmla="*/ 2963657 w 3253522"/>
              <a:gd name="connsiteY2" fmla="*/ 109293 h 4754893"/>
              <a:gd name="connsiteX3" fmla="*/ 3167392 w 3253522"/>
              <a:gd name="connsiteY3" fmla="*/ 191100 h 4754893"/>
              <a:gd name="connsiteX4" fmla="*/ 3065525 w 3253522"/>
              <a:gd name="connsiteY4" fmla="*/ 3132926 h 4754893"/>
              <a:gd name="connsiteX5" fmla="*/ 2937461 w 3253522"/>
              <a:gd name="connsiteY5" fmla="*/ 3280760 h 4754893"/>
              <a:gd name="connsiteX6" fmla="*/ 135729 w 3253522"/>
              <a:gd name="connsiteY6" fmla="*/ 4719261 h 4754893"/>
              <a:gd name="connsiteX7" fmla="*/ 882 w 3253522"/>
              <a:gd name="connsiteY7" fmla="*/ 4672374 h 4754893"/>
              <a:gd name="connsiteX8" fmla="*/ 3683 w 3253522"/>
              <a:gd name="connsiteY8" fmla="*/ 1740263 h 4754893"/>
              <a:gd name="connsiteX0" fmla="*/ 3683 w 3167939"/>
              <a:gd name="connsiteY0" fmla="*/ 1656695 h 4671325"/>
              <a:gd name="connsiteX1" fmla="*/ 132824 w 3167939"/>
              <a:gd name="connsiteY1" fmla="*/ 1477961 h 4671325"/>
              <a:gd name="connsiteX2" fmla="*/ 2963657 w 3167939"/>
              <a:gd name="connsiteY2" fmla="*/ 25725 h 4671325"/>
              <a:gd name="connsiteX3" fmla="*/ 3167392 w 3167939"/>
              <a:gd name="connsiteY3" fmla="*/ 107532 h 4671325"/>
              <a:gd name="connsiteX4" fmla="*/ 3065525 w 3167939"/>
              <a:gd name="connsiteY4" fmla="*/ 3049358 h 4671325"/>
              <a:gd name="connsiteX5" fmla="*/ 2937461 w 3167939"/>
              <a:gd name="connsiteY5" fmla="*/ 3197192 h 4671325"/>
              <a:gd name="connsiteX6" fmla="*/ 135729 w 3167939"/>
              <a:gd name="connsiteY6" fmla="*/ 4635693 h 4671325"/>
              <a:gd name="connsiteX7" fmla="*/ 882 w 3167939"/>
              <a:gd name="connsiteY7" fmla="*/ 4588806 h 4671325"/>
              <a:gd name="connsiteX8" fmla="*/ 3683 w 3167939"/>
              <a:gd name="connsiteY8" fmla="*/ 1656695 h 4671325"/>
              <a:gd name="connsiteX0" fmla="*/ 3683 w 3065727"/>
              <a:gd name="connsiteY0" fmla="*/ 1663969 h 4678599"/>
              <a:gd name="connsiteX1" fmla="*/ 132824 w 3065727"/>
              <a:gd name="connsiteY1" fmla="*/ 1485235 h 4678599"/>
              <a:gd name="connsiteX2" fmla="*/ 2963657 w 3065727"/>
              <a:gd name="connsiteY2" fmla="*/ 32999 h 4678599"/>
              <a:gd name="connsiteX3" fmla="*/ 3062613 w 3065727"/>
              <a:gd name="connsiteY3" fmla="*/ 92990 h 4678599"/>
              <a:gd name="connsiteX4" fmla="*/ 3065525 w 3065727"/>
              <a:gd name="connsiteY4" fmla="*/ 3056632 h 4678599"/>
              <a:gd name="connsiteX5" fmla="*/ 2937461 w 3065727"/>
              <a:gd name="connsiteY5" fmla="*/ 3204466 h 4678599"/>
              <a:gd name="connsiteX6" fmla="*/ 135729 w 3065727"/>
              <a:gd name="connsiteY6" fmla="*/ 4642967 h 4678599"/>
              <a:gd name="connsiteX7" fmla="*/ 882 w 3065727"/>
              <a:gd name="connsiteY7" fmla="*/ 4596080 h 4678599"/>
              <a:gd name="connsiteX8" fmla="*/ 3683 w 3065727"/>
              <a:gd name="connsiteY8" fmla="*/ 1663969 h 4678599"/>
              <a:gd name="connsiteX0" fmla="*/ 3683 w 3065727"/>
              <a:gd name="connsiteY0" fmla="*/ 1655027 h 4669657"/>
              <a:gd name="connsiteX1" fmla="*/ 132824 w 3065727"/>
              <a:gd name="connsiteY1" fmla="*/ 1476293 h 4669657"/>
              <a:gd name="connsiteX2" fmla="*/ 2963657 w 3065727"/>
              <a:gd name="connsiteY2" fmla="*/ 24057 h 4669657"/>
              <a:gd name="connsiteX3" fmla="*/ 3062613 w 3065727"/>
              <a:gd name="connsiteY3" fmla="*/ 84048 h 4669657"/>
              <a:gd name="connsiteX4" fmla="*/ 3065525 w 3065727"/>
              <a:gd name="connsiteY4" fmla="*/ 3047690 h 4669657"/>
              <a:gd name="connsiteX5" fmla="*/ 2937461 w 3065727"/>
              <a:gd name="connsiteY5" fmla="*/ 3195524 h 4669657"/>
              <a:gd name="connsiteX6" fmla="*/ 135729 w 3065727"/>
              <a:gd name="connsiteY6" fmla="*/ 4634025 h 4669657"/>
              <a:gd name="connsiteX7" fmla="*/ 882 w 3065727"/>
              <a:gd name="connsiteY7" fmla="*/ 4587138 h 4669657"/>
              <a:gd name="connsiteX8" fmla="*/ 3683 w 3065727"/>
              <a:gd name="connsiteY8" fmla="*/ 1655027 h 4669657"/>
              <a:gd name="connsiteX0" fmla="*/ 3683 w 3065727"/>
              <a:gd name="connsiteY0" fmla="*/ 1653817 h 4668447"/>
              <a:gd name="connsiteX1" fmla="*/ 132824 w 3065727"/>
              <a:gd name="connsiteY1" fmla="*/ 1475083 h 4668447"/>
              <a:gd name="connsiteX2" fmla="*/ 2963657 w 3065727"/>
              <a:gd name="connsiteY2" fmla="*/ 22847 h 4668447"/>
              <a:gd name="connsiteX3" fmla="*/ 3062613 w 3065727"/>
              <a:gd name="connsiteY3" fmla="*/ 82838 h 4668447"/>
              <a:gd name="connsiteX4" fmla="*/ 3065525 w 3065727"/>
              <a:gd name="connsiteY4" fmla="*/ 3046480 h 4668447"/>
              <a:gd name="connsiteX5" fmla="*/ 2937461 w 3065727"/>
              <a:gd name="connsiteY5" fmla="*/ 3194314 h 4668447"/>
              <a:gd name="connsiteX6" fmla="*/ 135729 w 3065727"/>
              <a:gd name="connsiteY6" fmla="*/ 4632815 h 4668447"/>
              <a:gd name="connsiteX7" fmla="*/ 882 w 3065727"/>
              <a:gd name="connsiteY7" fmla="*/ 4585928 h 4668447"/>
              <a:gd name="connsiteX8" fmla="*/ 3683 w 3065727"/>
              <a:gd name="connsiteY8" fmla="*/ 1653817 h 4668447"/>
              <a:gd name="connsiteX0" fmla="*/ 3683 w 3065727"/>
              <a:gd name="connsiteY0" fmla="*/ 1658763 h 4673393"/>
              <a:gd name="connsiteX1" fmla="*/ 132824 w 3065727"/>
              <a:gd name="connsiteY1" fmla="*/ 1480029 h 4673393"/>
              <a:gd name="connsiteX2" fmla="*/ 2963657 w 3065727"/>
              <a:gd name="connsiteY2" fmla="*/ 27793 h 4673393"/>
              <a:gd name="connsiteX3" fmla="*/ 3062613 w 3065727"/>
              <a:gd name="connsiteY3" fmla="*/ 87784 h 4673393"/>
              <a:gd name="connsiteX4" fmla="*/ 3065525 w 3065727"/>
              <a:gd name="connsiteY4" fmla="*/ 3051426 h 4673393"/>
              <a:gd name="connsiteX5" fmla="*/ 2937461 w 3065727"/>
              <a:gd name="connsiteY5" fmla="*/ 3199260 h 4673393"/>
              <a:gd name="connsiteX6" fmla="*/ 135729 w 3065727"/>
              <a:gd name="connsiteY6" fmla="*/ 4637761 h 4673393"/>
              <a:gd name="connsiteX7" fmla="*/ 882 w 3065727"/>
              <a:gd name="connsiteY7" fmla="*/ 4590874 h 4673393"/>
              <a:gd name="connsiteX8" fmla="*/ 3683 w 3065727"/>
              <a:gd name="connsiteY8" fmla="*/ 1658763 h 4673393"/>
              <a:gd name="connsiteX0" fmla="*/ 3683 w 3065727"/>
              <a:gd name="connsiteY0" fmla="*/ 1658003 h 4672633"/>
              <a:gd name="connsiteX1" fmla="*/ 132824 w 3065727"/>
              <a:gd name="connsiteY1" fmla="*/ 1479269 h 4672633"/>
              <a:gd name="connsiteX2" fmla="*/ 2963657 w 3065727"/>
              <a:gd name="connsiteY2" fmla="*/ 27033 h 4672633"/>
              <a:gd name="connsiteX3" fmla="*/ 3062613 w 3065727"/>
              <a:gd name="connsiteY3" fmla="*/ 87024 h 4672633"/>
              <a:gd name="connsiteX4" fmla="*/ 3065525 w 3065727"/>
              <a:gd name="connsiteY4" fmla="*/ 3050666 h 4672633"/>
              <a:gd name="connsiteX5" fmla="*/ 2937461 w 3065727"/>
              <a:gd name="connsiteY5" fmla="*/ 3198500 h 4672633"/>
              <a:gd name="connsiteX6" fmla="*/ 135729 w 3065727"/>
              <a:gd name="connsiteY6" fmla="*/ 4637001 h 4672633"/>
              <a:gd name="connsiteX7" fmla="*/ 882 w 3065727"/>
              <a:gd name="connsiteY7" fmla="*/ 4590114 h 4672633"/>
              <a:gd name="connsiteX8" fmla="*/ 3683 w 3065727"/>
              <a:gd name="connsiteY8" fmla="*/ 1658003 h 467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65727" h="4672633">
                <a:moveTo>
                  <a:pt x="3683" y="1658003"/>
                </a:moveTo>
                <a:cubicBezTo>
                  <a:pt x="2745" y="1524145"/>
                  <a:pt x="-8720" y="1551986"/>
                  <a:pt x="132824" y="1479269"/>
                </a:cubicBezTo>
                <a:lnTo>
                  <a:pt x="2963657" y="27033"/>
                </a:lnTo>
                <a:cubicBezTo>
                  <a:pt x="3044479" y="-16847"/>
                  <a:pt x="3067464" y="-14233"/>
                  <a:pt x="3062613" y="87024"/>
                </a:cubicBezTo>
                <a:cubicBezTo>
                  <a:pt x="3063584" y="1074905"/>
                  <a:pt x="3064554" y="2062785"/>
                  <a:pt x="3065525" y="3050666"/>
                </a:cubicBezTo>
                <a:cubicBezTo>
                  <a:pt x="3068435" y="3159290"/>
                  <a:pt x="3040600" y="3146360"/>
                  <a:pt x="2937461" y="3198500"/>
                </a:cubicBezTo>
                <a:lnTo>
                  <a:pt x="135729" y="4637001"/>
                </a:lnTo>
                <a:cubicBezTo>
                  <a:pt x="2152" y="4701788"/>
                  <a:pt x="8624" y="4673537"/>
                  <a:pt x="882" y="4590114"/>
                </a:cubicBezTo>
                <a:cubicBezTo>
                  <a:pt x="-3035" y="3601836"/>
                  <a:pt x="7600" y="2646281"/>
                  <a:pt x="3683" y="1658003"/>
                </a:cubicBezTo>
                <a:close/>
              </a:path>
            </a:pathLst>
          </a:custGeom>
          <a:ln>
            <a:noFill/>
          </a:ln>
        </p:spPr>
        <p:txBody>
          <a:bodyPr lIns="0" tIns="0" rIns="0" bIns="0" anchor="ctr" anchorCtr="1">
            <a:noAutofit/>
          </a:bodyPr>
          <a:lstStyle>
            <a:lvl1pPr marL="0" indent="0" algn="ctr">
              <a:buNone/>
              <a:defRPr lang="en-GB" dirty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807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57903" y="274637"/>
            <a:ext cx="8506451" cy="706091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latin typeface="+mj-lt"/>
              </a:defRPr>
            </a:lvl1pPr>
          </a:lstStyle>
          <a:p>
            <a:pPr lvl="0"/>
            <a:r>
              <a:rPr lang="en-US"/>
              <a:t>Click to edit page title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408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4016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5884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77728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ight Triangle 6"/>
          <p:cNvSpPr/>
          <p:nvPr/>
        </p:nvSpPr>
        <p:spPr>
          <a:xfrm flipH="1">
            <a:off x="10643506" y="4632960"/>
            <a:ext cx="1548492" cy="2225040"/>
          </a:xfrm>
          <a:custGeom>
            <a:avLst/>
            <a:gdLst>
              <a:gd name="connsiteX0" fmla="*/ 0 w 1495486"/>
              <a:gd name="connsiteY0" fmla="*/ 3212676 h 3212676"/>
              <a:gd name="connsiteX1" fmla="*/ 0 w 1495486"/>
              <a:gd name="connsiteY1" fmla="*/ 0 h 3212676"/>
              <a:gd name="connsiteX2" fmla="*/ 1495486 w 1495486"/>
              <a:gd name="connsiteY2" fmla="*/ 3212676 h 3212676"/>
              <a:gd name="connsiteX3" fmla="*/ 0 w 1495486"/>
              <a:gd name="connsiteY3" fmla="*/ 3212676 h 3212676"/>
              <a:gd name="connsiteX0" fmla="*/ 0 w 1667104"/>
              <a:gd name="connsiteY0" fmla="*/ 3212676 h 3212676"/>
              <a:gd name="connsiteX1" fmla="*/ 0 w 1667104"/>
              <a:gd name="connsiteY1" fmla="*/ 0 h 3212676"/>
              <a:gd name="connsiteX2" fmla="*/ 1667104 w 1667104"/>
              <a:gd name="connsiteY2" fmla="*/ 3212676 h 3212676"/>
              <a:gd name="connsiteX3" fmla="*/ 0 w 1667104"/>
              <a:gd name="connsiteY3" fmla="*/ 3212676 h 3212676"/>
              <a:gd name="connsiteX0" fmla="*/ 0 w 1452582"/>
              <a:gd name="connsiteY0" fmla="*/ 3212676 h 3212676"/>
              <a:gd name="connsiteX1" fmla="*/ 0 w 1452582"/>
              <a:gd name="connsiteY1" fmla="*/ 0 h 3212676"/>
              <a:gd name="connsiteX2" fmla="*/ 1452582 w 1452582"/>
              <a:gd name="connsiteY2" fmla="*/ 3212676 h 3212676"/>
              <a:gd name="connsiteX3" fmla="*/ 0 w 1452582"/>
              <a:gd name="connsiteY3" fmla="*/ 3212676 h 321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582" h="3212676">
                <a:moveTo>
                  <a:pt x="0" y="3212676"/>
                </a:moveTo>
                <a:lnTo>
                  <a:pt x="0" y="0"/>
                </a:lnTo>
                <a:lnTo>
                  <a:pt x="1452582" y="3212676"/>
                </a:lnTo>
                <a:lnTo>
                  <a:pt x="0" y="321267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9"/>
          </a:p>
        </p:txBody>
      </p:sp>
      <p:sp>
        <p:nvSpPr>
          <p:cNvPr id="10" name="Right Triangle 6"/>
          <p:cNvSpPr/>
          <p:nvPr/>
        </p:nvSpPr>
        <p:spPr>
          <a:xfrm flipH="1">
            <a:off x="10643506" y="4632960"/>
            <a:ext cx="1548492" cy="2225040"/>
          </a:xfrm>
          <a:custGeom>
            <a:avLst/>
            <a:gdLst>
              <a:gd name="connsiteX0" fmla="*/ 0 w 1495486"/>
              <a:gd name="connsiteY0" fmla="*/ 3212676 h 3212676"/>
              <a:gd name="connsiteX1" fmla="*/ 0 w 1495486"/>
              <a:gd name="connsiteY1" fmla="*/ 0 h 3212676"/>
              <a:gd name="connsiteX2" fmla="*/ 1495486 w 1495486"/>
              <a:gd name="connsiteY2" fmla="*/ 3212676 h 3212676"/>
              <a:gd name="connsiteX3" fmla="*/ 0 w 1495486"/>
              <a:gd name="connsiteY3" fmla="*/ 3212676 h 3212676"/>
              <a:gd name="connsiteX0" fmla="*/ 0 w 1667104"/>
              <a:gd name="connsiteY0" fmla="*/ 3212676 h 3212676"/>
              <a:gd name="connsiteX1" fmla="*/ 0 w 1667104"/>
              <a:gd name="connsiteY1" fmla="*/ 0 h 3212676"/>
              <a:gd name="connsiteX2" fmla="*/ 1667104 w 1667104"/>
              <a:gd name="connsiteY2" fmla="*/ 3212676 h 3212676"/>
              <a:gd name="connsiteX3" fmla="*/ 0 w 1667104"/>
              <a:gd name="connsiteY3" fmla="*/ 3212676 h 3212676"/>
              <a:gd name="connsiteX0" fmla="*/ 0 w 1452582"/>
              <a:gd name="connsiteY0" fmla="*/ 3212676 h 3212676"/>
              <a:gd name="connsiteX1" fmla="*/ 0 w 1452582"/>
              <a:gd name="connsiteY1" fmla="*/ 0 h 3212676"/>
              <a:gd name="connsiteX2" fmla="*/ 1452582 w 1452582"/>
              <a:gd name="connsiteY2" fmla="*/ 3212676 h 3212676"/>
              <a:gd name="connsiteX3" fmla="*/ 0 w 1452582"/>
              <a:gd name="connsiteY3" fmla="*/ 3212676 h 32126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582" h="3212676">
                <a:moveTo>
                  <a:pt x="0" y="3212676"/>
                </a:moveTo>
                <a:lnTo>
                  <a:pt x="0" y="0"/>
                </a:lnTo>
                <a:lnTo>
                  <a:pt x="1452582" y="3212676"/>
                </a:lnTo>
                <a:lnTo>
                  <a:pt x="0" y="321267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99"/>
          </a:p>
        </p:txBody>
      </p:sp>
      <p:pic>
        <p:nvPicPr>
          <p:cNvPr id="11" name="Picture 10" descr="Peregrine-Logo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130" y="6007008"/>
            <a:ext cx="1764653" cy="767624"/>
          </a:xfrm>
          <a:prstGeom prst="rect">
            <a:avLst/>
          </a:prstGeom>
        </p:spPr>
      </p:pic>
      <p:sp>
        <p:nvSpPr>
          <p:cNvPr id="1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1332635" y="6279590"/>
            <a:ext cx="581951" cy="366183"/>
          </a:xfrm>
          <a:prstGeom prst="rect">
            <a:avLst/>
          </a:prstGeom>
        </p:spPr>
        <p:txBody>
          <a:bodyPr/>
          <a:lstStyle>
            <a:lvl1pPr>
              <a:defRPr sz="1333">
                <a:solidFill>
                  <a:srgbClr val="666666"/>
                </a:solidFill>
              </a:defRPr>
            </a:lvl1pPr>
          </a:lstStyle>
          <a:p>
            <a:fld id="{D08A638E-42A3-4F09-B247-EE558FDE551C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850490" y="6299911"/>
            <a:ext cx="1957132" cy="366183"/>
          </a:xfrm>
          <a:prstGeom prst="rect">
            <a:avLst/>
          </a:prstGeom>
        </p:spPr>
        <p:txBody>
          <a:bodyPr/>
          <a:lstStyle>
            <a:lvl1pPr>
              <a:defRPr sz="1200">
                <a:latin typeface="Arial"/>
                <a:cs typeface="Arial"/>
              </a:defRPr>
            </a:lvl1pPr>
          </a:lstStyle>
          <a:p>
            <a:endParaRPr lang="en-US"/>
          </a:p>
        </p:txBody>
      </p:sp>
      <p:sp>
        <p:nvSpPr>
          <p:cNvPr id="14" name="Footer Placeholder 2"/>
          <p:cNvSpPr txBox="1">
            <a:spLocks/>
          </p:cNvSpPr>
          <p:nvPr/>
        </p:nvSpPr>
        <p:spPr>
          <a:xfrm>
            <a:off x="1930401" y="6345069"/>
            <a:ext cx="1957132" cy="36618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>
                <a:solidFill>
                  <a:srgbClr val="333333">
                    <a:tint val="75000"/>
                  </a:srgbClr>
                </a:solidFill>
              </a:rPr>
              <a:t>© 2017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4883" y="1078534"/>
            <a:ext cx="184731" cy="584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199"/>
          </a:p>
        </p:txBody>
      </p:sp>
      <p:sp>
        <p:nvSpPr>
          <p:cNvPr id="24" name="Title Placeholder 1"/>
          <p:cNvSpPr>
            <a:spLocks noGrp="1"/>
          </p:cNvSpPr>
          <p:nvPr>
            <p:ph type="title"/>
          </p:nvPr>
        </p:nvSpPr>
        <p:spPr>
          <a:xfrm>
            <a:off x="312131" y="230296"/>
            <a:ext cx="10972800" cy="7208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3199" b="1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457648" y="951135"/>
            <a:ext cx="11287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Peregrine-Logo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130" y="6007008"/>
            <a:ext cx="1764653" cy="767624"/>
          </a:xfrm>
          <a:prstGeom prst="rect">
            <a:avLst/>
          </a:prstGeom>
        </p:spPr>
      </p:pic>
      <p:sp>
        <p:nvSpPr>
          <p:cNvPr id="17" name="Footer Placeholder 2"/>
          <p:cNvSpPr txBox="1">
            <a:spLocks/>
          </p:cNvSpPr>
          <p:nvPr/>
        </p:nvSpPr>
        <p:spPr>
          <a:xfrm>
            <a:off x="1930401" y="6345069"/>
            <a:ext cx="1957132" cy="36618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>
                <a:solidFill>
                  <a:srgbClr val="333333">
                    <a:tint val="75000"/>
                  </a:srgbClr>
                </a:solidFill>
              </a:rPr>
              <a:t>© 2017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94883" y="1078534"/>
            <a:ext cx="184731" cy="584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3199"/>
          </a:p>
        </p:txBody>
      </p:sp>
      <p:cxnSp>
        <p:nvCxnSpPr>
          <p:cNvPr id="19" name="Straight Connector 18"/>
          <p:cNvCxnSpPr/>
          <p:nvPr/>
        </p:nvCxnSpPr>
        <p:spPr>
          <a:xfrm>
            <a:off x="457648" y="951135"/>
            <a:ext cx="112873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6085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35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8426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89955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96178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565201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1610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542409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94139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491550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24019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35284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542386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560416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19609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34645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276883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917274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73508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19013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35136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6811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64833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528484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146173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312326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63333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>
                <a:solidFill>
                  <a:schemeClr val="tx2"/>
                </a:solidFill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2100">
                <a:solidFill>
                  <a:schemeClr val="tx2"/>
                </a:solidFill>
              </a:defRPr>
            </a:lvl3pPr>
            <a:lvl4pPr>
              <a:defRPr sz="19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585762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757904" y="274637"/>
            <a:ext cx="8506451" cy="706091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en-GB">
                <a:latin typeface="+mj-lt"/>
              </a:defRPr>
            </a:lvl1pPr>
          </a:lstStyle>
          <a:p>
            <a:pPr lvl="0"/>
            <a:r>
              <a:rPr lang="en-US"/>
              <a:t>Click to edit page title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58400" y="1411200"/>
            <a:ext cx="10804800" cy="4712400"/>
          </a:xfrm>
        </p:spPr>
        <p:txBody>
          <a:bodyPr/>
          <a:lstStyle>
            <a:lvl1pPr>
              <a:lnSpc>
                <a:spcPct val="110000"/>
              </a:lnSpc>
              <a:buClr>
                <a:schemeClr val="accent1"/>
              </a:buClr>
              <a:defRPr sz="2667">
                <a:solidFill>
                  <a:schemeClr val="tx2"/>
                </a:solidFill>
                <a:latin typeface="+mn-lt"/>
              </a:defRPr>
            </a:lvl1pPr>
            <a:lvl2pPr>
              <a:lnSpc>
                <a:spcPct val="110000"/>
              </a:lnSpc>
              <a:defRPr sz="2400">
                <a:solidFill>
                  <a:schemeClr val="tx2"/>
                </a:solidFill>
                <a:latin typeface="+mn-lt"/>
              </a:defRPr>
            </a:lvl2pPr>
            <a:lvl3pPr>
              <a:lnSpc>
                <a:spcPct val="110000"/>
              </a:lnSpc>
              <a:defRPr sz="2133">
                <a:solidFill>
                  <a:schemeClr val="tx2"/>
                </a:solidFill>
                <a:latin typeface="+mn-lt"/>
              </a:defRPr>
            </a:lvl3pPr>
            <a:lvl4pPr>
              <a:lnSpc>
                <a:spcPct val="110000"/>
              </a:lnSpc>
              <a:defRPr sz="1867">
                <a:solidFill>
                  <a:schemeClr val="tx2"/>
                </a:solidFill>
                <a:latin typeface="+mn-lt"/>
              </a:defRPr>
            </a:lvl4pPr>
            <a:lvl5pPr>
              <a:lnSpc>
                <a:spcPct val="110000"/>
              </a:lnSpc>
              <a:defRPr sz="1600">
                <a:solidFill>
                  <a:schemeClr val="tx2"/>
                </a:solidFill>
                <a:latin typeface="+mn-lt"/>
              </a:defRPr>
            </a:lvl5pPr>
            <a:lvl6pPr marL="1077330" indent="0">
              <a:lnSpc>
                <a:spcPct val="110000"/>
              </a:lnSpc>
              <a:buNone/>
              <a:defRPr sz="1867">
                <a:latin typeface="+mn-lt"/>
              </a:defRPr>
            </a:lvl6pPr>
            <a:lvl7pPr>
              <a:lnSpc>
                <a:spcPct val="110000"/>
              </a:lnSpc>
              <a:defRPr sz="1867">
                <a:latin typeface="+mn-lt"/>
              </a:defRPr>
            </a:lvl7pPr>
            <a:lvl8pPr>
              <a:lnSpc>
                <a:spcPct val="110000"/>
              </a:lnSpc>
              <a:defRPr sz="1867">
                <a:latin typeface="+mn-lt"/>
              </a:defRPr>
            </a:lvl8pPr>
            <a:lvl9pPr>
              <a:lnSpc>
                <a:spcPct val="110000"/>
              </a:lnSpc>
              <a:defRPr sz="1867">
                <a:latin typeface="+mn-lt"/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227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/>
          </p:nvPr>
        </p:nvSpPr>
        <p:spPr bwMode="gray">
          <a:xfrm>
            <a:off x="757903" y="274641"/>
            <a:ext cx="8506451" cy="67477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70850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89332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209384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4125394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75421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5304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50619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4"/>
          <p:cNvSpPr>
            <a:spLocks noGrp="1"/>
          </p:cNvSpPr>
          <p:nvPr>
            <p:ph type="body" sz="quarter" idx="11"/>
          </p:nvPr>
        </p:nvSpPr>
        <p:spPr>
          <a:xfrm>
            <a:off x="328248" y="794658"/>
            <a:ext cx="11638669" cy="5685860"/>
          </a:xfrm>
          <a:prstGeom prst="rect">
            <a:avLst/>
          </a:prstGeom>
        </p:spPr>
        <p:txBody>
          <a:bodyPr lIns="121899" tIns="60949" rIns="121899" bIns="60949"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328249" y="91929"/>
            <a:ext cx="9903655" cy="552841"/>
          </a:xfrm>
          <a:prstGeom prst="rect">
            <a:avLst/>
          </a:prstGeom>
        </p:spPr>
        <p:txBody>
          <a:bodyPr lIns="121899" tIns="60949" rIns="121899" bIns="60949"/>
          <a:lstStyle>
            <a:lvl1pPr algn="l">
              <a:defRPr sz="2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5643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757903" y="274640"/>
            <a:ext cx="8506451" cy="674777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757904" y="1412777"/>
            <a:ext cx="10803385" cy="47133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/>
          <p:cNvCxnSpPr/>
          <p:nvPr/>
        </p:nvCxnSpPr>
        <p:spPr bwMode="gray">
          <a:xfrm>
            <a:off x="757903" y="949415"/>
            <a:ext cx="1057769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/>
          <p:cNvSpPr txBox="1">
            <a:spLocks/>
          </p:cNvSpPr>
          <p:nvPr/>
        </p:nvSpPr>
        <p:spPr bwMode="gray">
          <a:xfrm>
            <a:off x="11728885" y="6595548"/>
            <a:ext cx="352257" cy="20512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pPr lvl="0" algn="l"/>
            <a:fld id="{35031298-4CBC-4EC8-B1EA-1DEB552B8D7C}" type="slidenum">
              <a:rPr lang="en-GB" sz="1333" b="1" smtClean="0">
                <a:solidFill>
                  <a:schemeClr val="tx2"/>
                </a:solidFill>
              </a:rPr>
              <a:pPr lvl="0" algn="l"/>
              <a:t>‹#›</a:t>
            </a:fld>
            <a:endParaRPr lang="en-GB" sz="1333" b="1">
              <a:solidFill>
                <a:schemeClr val="tx2"/>
              </a:solidFill>
            </a:endParaRPr>
          </a:p>
        </p:txBody>
      </p:sp>
      <p:sp>
        <p:nvSpPr>
          <p:cNvPr id="19" name="Footer Placeholder 4"/>
          <p:cNvSpPr txBox="1">
            <a:spLocks/>
          </p:cNvSpPr>
          <p:nvPr/>
        </p:nvSpPr>
        <p:spPr bwMode="gray">
          <a:xfrm>
            <a:off x="6192013" y="6620476"/>
            <a:ext cx="4090809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lvl="0" algn="r">
              <a:defRPr sz="1000">
                <a:solidFill>
                  <a:schemeClr val="tx2"/>
                </a:solidFill>
              </a:defRPr>
            </a:lvl1pPr>
          </a:lstStyle>
          <a:p>
            <a:pPr marL="0" lvl="0" algn="l" defTabSz="1219170" rtl="0" eaLnBrk="1" latinLnBrk="0" hangingPunct="1"/>
            <a:r>
              <a:rPr lang="en-US" sz="1067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Copyright © Murata Manufacturing Co., Ltd. All rights</a:t>
            </a:r>
            <a:r>
              <a:rPr lang="en-US" sz="1067" kern="1200" baseline="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reserved.</a:t>
            </a:r>
            <a:endParaRPr lang="en-GB" sz="1067" kern="1200">
              <a:solidFill>
                <a:schemeClr val="tx2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Date Placeholder 3"/>
          <p:cNvSpPr txBox="1">
            <a:spLocks/>
          </p:cNvSpPr>
          <p:nvPr/>
        </p:nvSpPr>
        <p:spPr>
          <a:xfrm>
            <a:off x="9762738" y="6628171"/>
            <a:ext cx="1785703" cy="16421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 algn="r"/>
            <a:fld id="{9FB042EA-7302-4DB6-8B0F-B44C8CB2054C}" type="datetime4">
              <a:rPr lang="en-GB" sz="1067" smtClean="0"/>
              <a:pPr lvl="0" algn="r"/>
              <a:t>02 February 2022</a:t>
            </a:fld>
            <a:endParaRPr lang="en-GB" sz="1067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8604" y="2"/>
            <a:ext cx="532027" cy="13167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28449" y="274638"/>
            <a:ext cx="1207151" cy="41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7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5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  <p:sldLayoutId id="2147483689" r:id="rId25"/>
    <p:sldLayoutId id="2147483690" r:id="rId26"/>
    <p:sldLayoutId id="2147483691" r:id="rId27"/>
    <p:sldLayoutId id="2147483692" r:id="rId28"/>
    <p:sldLayoutId id="2147483693" r:id="rId29"/>
    <p:sldLayoutId id="2147483694" r:id="rId30"/>
    <p:sldLayoutId id="2147483695" r:id="rId31"/>
    <p:sldLayoutId id="2147483696" r:id="rId32"/>
    <p:sldLayoutId id="2147483697" r:id="rId33"/>
    <p:sldLayoutId id="2147483698" r:id="rId34"/>
    <p:sldLayoutId id="2147483699" r:id="rId35"/>
    <p:sldLayoutId id="2147483700" r:id="rId36"/>
    <p:sldLayoutId id="2147483701" r:id="rId37"/>
    <p:sldLayoutId id="2147483702" r:id="rId38"/>
    <p:sldLayoutId id="2147483703" r:id="rId39"/>
    <p:sldLayoutId id="2147483704" r:id="rId40"/>
    <p:sldLayoutId id="2147483705" r:id="rId41"/>
    <p:sldLayoutId id="2147483706" r:id="rId42"/>
    <p:sldLayoutId id="2147483707" r:id="rId43"/>
    <p:sldLayoutId id="2147483709" r:id="rId44"/>
    <p:sldLayoutId id="2147483710" r:id="rId45"/>
    <p:sldLayoutId id="2147483711" r:id="rId46"/>
    <p:sldLayoutId id="2147483712" r:id="rId47"/>
    <p:sldLayoutId id="2147483713" r:id="rId48"/>
    <p:sldLayoutId id="2147483714" r:id="rId49"/>
    <p:sldLayoutId id="2147483715" r:id="rId50"/>
  </p:sldLayoutIdLst>
  <p:txStyles>
    <p:titleStyle>
      <a:lvl1pPr algn="l" defTabSz="1219170" rtl="0" eaLnBrk="1" latinLnBrk="0" hangingPunct="1">
        <a:lnSpc>
          <a:spcPct val="80000"/>
        </a:lnSpc>
        <a:spcBef>
          <a:spcPct val="0"/>
        </a:spcBef>
        <a:buNone/>
        <a:defRPr sz="3200" kern="1200">
          <a:solidFill>
            <a:schemeClr val="bg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457189" marR="0" indent="-457189" algn="l" defTabSz="12191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CF142B"/>
        </a:buClr>
        <a:buSzTx/>
        <a:buFont typeface="Arial" pitchFamily="34" charset="0"/>
        <a:buChar char="•"/>
        <a:tabLst/>
        <a:defRPr sz="2667" b="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990575" marR="0" indent="-380990" algn="l" defTabSz="12191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CF142B"/>
        </a:buClr>
        <a:buSzTx/>
        <a:buFont typeface="Arial" pitchFamily="34" charset="0"/>
        <a:buChar char="–"/>
        <a:tabLst/>
        <a:defRPr sz="2667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1523962" marR="0" indent="-304792" algn="l" defTabSz="12191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CF142B"/>
        </a:buClr>
        <a:buSzTx/>
        <a:buFont typeface="Arial" pitchFamily="34" charset="0"/>
        <a:buChar char="•"/>
        <a:tabLst/>
        <a:defRPr sz="2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2133547" marR="0" indent="-304792" algn="l" defTabSz="12191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CF142B"/>
        </a:buClr>
        <a:buSzTx/>
        <a:buFont typeface="Arial" pitchFamily="34" charset="0"/>
        <a:buChar char="–"/>
        <a:tabLst/>
        <a:defRPr sz="2133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2743131" marR="0" indent="-304792" algn="l" defTabSz="121917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rgbClr val="CF142B"/>
        </a:buClr>
        <a:buSzTx/>
        <a:buFont typeface="Arial" pitchFamily="34" charset="0"/>
        <a:buChar char="»"/>
        <a:tabLst/>
        <a:defRPr sz="1867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1437181" indent="-359824" algn="l" defTabSz="1219170" rtl="0" eaLnBrk="1" latinLnBrk="0" hangingPunct="1">
        <a:lnSpc>
          <a:spcPct val="110000"/>
        </a:lnSpc>
        <a:spcBef>
          <a:spcPts val="0"/>
        </a:spcBef>
        <a:spcAft>
          <a:spcPts val="1067"/>
        </a:spcAft>
        <a:buClr>
          <a:schemeClr val="bg2"/>
        </a:buClr>
        <a:buFont typeface="Arial" panose="020B0604020202020204" pitchFamily="34" charset="0"/>
        <a:buChar char="–"/>
        <a:defRPr sz="1867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1797006" indent="-359824" algn="l" defTabSz="1219170" rtl="0" eaLnBrk="1" latinLnBrk="0" hangingPunct="1">
        <a:lnSpc>
          <a:spcPct val="110000"/>
        </a:lnSpc>
        <a:spcBef>
          <a:spcPts val="0"/>
        </a:spcBef>
        <a:spcAft>
          <a:spcPts val="1067"/>
        </a:spcAft>
        <a:buClr>
          <a:schemeClr val="bg2"/>
        </a:buClr>
        <a:buFont typeface="Arial" panose="020B0604020202020204" pitchFamily="34" charset="0"/>
        <a:buChar char="–"/>
        <a:defRPr sz="1867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156830" indent="-357708" algn="l" defTabSz="1219170" rtl="0" eaLnBrk="1" latinLnBrk="0" hangingPunct="1">
        <a:lnSpc>
          <a:spcPct val="110000"/>
        </a:lnSpc>
        <a:spcBef>
          <a:spcPts val="0"/>
        </a:spcBef>
        <a:spcAft>
          <a:spcPts val="1067"/>
        </a:spcAft>
        <a:buClr>
          <a:schemeClr val="bg2"/>
        </a:buClr>
        <a:buFont typeface="Arial" panose="020B0604020202020204" pitchFamily="34" charset="0"/>
        <a:buChar char="–"/>
        <a:defRPr sz="1867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514537" indent="-359824" algn="l" defTabSz="1219170" rtl="0" eaLnBrk="1" latinLnBrk="0" hangingPunct="1">
        <a:lnSpc>
          <a:spcPct val="110000"/>
        </a:lnSpc>
        <a:spcBef>
          <a:spcPts val="0"/>
        </a:spcBef>
        <a:spcAft>
          <a:spcPts val="1067"/>
        </a:spcAft>
        <a:buClr>
          <a:schemeClr val="bg2"/>
        </a:buClr>
        <a:buFont typeface="Arial" panose="020B0604020202020204" pitchFamily="34" charset="0"/>
        <a:buChar char="–"/>
        <a:defRPr sz="1867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="" xmlns:a16="http://schemas.microsoft.com/office/drawing/2014/main" id="{B4F4EAA0-3F73-4190-9B5F-473B888F7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GUI </a:t>
            </a:r>
            <a:r>
              <a:rPr lang="en-US" altLang="ja-JP" dirty="0" smtClean="0"/>
              <a:t>requests for </a:t>
            </a:r>
            <a:r>
              <a:rPr lang="en-US" altLang="ja-JP" dirty="0" err="1" smtClean="0"/>
              <a:t>PSiP</a:t>
            </a:r>
            <a:r>
              <a:rPr lang="en-US" altLang="ja-JP" dirty="0" smtClean="0"/>
              <a:t> (using PE24103)</a:t>
            </a:r>
            <a:endParaRPr lang="ja-JP" altLang="en-US" dirty="0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="" xmlns:a16="http://schemas.microsoft.com/office/drawing/2014/main" id="{FFC17DA2-FB5D-4889-A983-0107FEC87B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8400" y="1175814"/>
            <a:ext cx="10804800" cy="4712400"/>
          </a:xfrm>
        </p:spPr>
        <p:txBody>
          <a:bodyPr/>
          <a:lstStyle/>
          <a:p>
            <a:r>
              <a:rPr lang="en-US" altLang="ja-JP" dirty="0"/>
              <a:t>[001]:</a:t>
            </a:r>
            <a:br>
              <a:rPr lang="en-US" altLang="ja-JP" dirty="0"/>
            </a:br>
            <a:r>
              <a:rPr lang="en-US" altLang="ja-JP" dirty="0"/>
              <a:t>1.when GUI set up, check the product ID, which are </a:t>
            </a:r>
            <a:r>
              <a:rPr lang="en-US" altLang="ja-JP" dirty="0" err="1"/>
              <a:t>PMBus’s</a:t>
            </a:r>
            <a:r>
              <a:rPr lang="en-US" altLang="ja-JP" dirty="0"/>
              <a:t> address 0x1D0 and 0x1D2.</a:t>
            </a:r>
            <a:br>
              <a:rPr lang="en-US" altLang="ja-JP" dirty="0"/>
            </a:br>
            <a:r>
              <a:rPr lang="en-US" altLang="ja-JP" dirty="0"/>
              <a:t>2.Then,  product name show MYT0424, if those value are 0x4d4d(addr:0x1D0) and 0x0001(addr:0x1D1).</a:t>
            </a:r>
          </a:p>
          <a:p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en-US" altLang="ja-JP" dirty="0"/>
              <a:t>[002]~[009</a:t>
            </a:r>
            <a:r>
              <a:rPr lang="en-US" altLang="ja-JP" dirty="0" smtClean="0"/>
              <a:t>]:</a:t>
            </a:r>
            <a:r>
              <a:rPr lang="en-US" altLang="ja-JP" dirty="0" smtClean="0"/>
              <a:t>blank</a:t>
            </a:r>
            <a:r>
              <a:rPr lang="en-US" altLang="ja-JP" dirty="0" smtClean="0"/>
              <a:t> items (not shown for user)</a:t>
            </a:r>
            <a:endParaRPr lang="ja-JP" altLang="en-US" dirty="0"/>
          </a:p>
        </p:txBody>
      </p:sp>
      <p:pic>
        <p:nvPicPr>
          <p:cNvPr id="7" name="図 6">
            <a:extLst>
              <a:ext uri="{FF2B5EF4-FFF2-40B4-BE49-F238E27FC236}">
                <a16:creationId xmlns="" xmlns:a16="http://schemas.microsoft.com/office/drawing/2014/main" id="{456D6ED4-5F57-485E-8F75-A779A8E8D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504" y="3433507"/>
            <a:ext cx="5314681" cy="12354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92525" y="5821690"/>
            <a:ext cx="10736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2"/>
                </a:solidFill>
              </a:rPr>
              <a:t>Please refer to next page with reference # from [001] to [009]</a:t>
            </a:r>
            <a:endParaRPr lang="en-US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440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="" xmlns:a16="http://schemas.microsoft.com/office/drawing/2014/main" id="{7EF84BD8-9658-42E4-8193-823BAE23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3" name="グループ化 2">
            <a:extLst>
              <a:ext uri="{FF2B5EF4-FFF2-40B4-BE49-F238E27FC236}">
                <a16:creationId xmlns="" xmlns:a16="http://schemas.microsoft.com/office/drawing/2014/main" id="{EE8C111A-BF31-4E34-B8A2-FAAF4774AF4F}"/>
              </a:ext>
            </a:extLst>
          </p:cNvPr>
          <p:cNvGrpSpPr/>
          <p:nvPr/>
        </p:nvGrpSpPr>
        <p:grpSpPr>
          <a:xfrm>
            <a:off x="757903" y="274637"/>
            <a:ext cx="9774950" cy="6308726"/>
            <a:chOff x="0" y="0"/>
            <a:chExt cx="9839153" cy="5856381"/>
          </a:xfrm>
        </p:grpSpPr>
        <p:pic>
          <p:nvPicPr>
            <p:cNvPr id="4" name="図 3">
              <a:extLst>
                <a:ext uri="{FF2B5EF4-FFF2-40B4-BE49-F238E27FC236}">
                  <a16:creationId xmlns="" xmlns:a16="http://schemas.microsoft.com/office/drawing/2014/main" id="{7689DACD-69EE-4016-B4B1-565821A9D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9839153" cy="5334666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="" xmlns:a16="http://schemas.microsoft.com/office/drawing/2014/main" id="{95B388CE-7C9C-48D9-9A21-DB3AC4A07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881" y="4526280"/>
              <a:ext cx="9806940" cy="1330101"/>
            </a:xfrm>
            <a:prstGeom prst="rect">
              <a:avLst/>
            </a:prstGeom>
          </p:spPr>
        </p:pic>
      </p:grpSp>
      <p:sp>
        <p:nvSpPr>
          <p:cNvPr id="6" name="テキスト ボックス 5">
            <a:extLst>
              <a:ext uri="{FF2B5EF4-FFF2-40B4-BE49-F238E27FC236}">
                <a16:creationId xmlns="" xmlns:a16="http://schemas.microsoft.com/office/drawing/2014/main" id="{A7D88FCE-86A0-4400-B40F-8619CE97DBDD}"/>
              </a:ext>
            </a:extLst>
          </p:cNvPr>
          <p:cNvSpPr txBox="1"/>
          <p:nvPr/>
        </p:nvSpPr>
        <p:spPr>
          <a:xfrm>
            <a:off x="825884" y="913309"/>
            <a:ext cx="275717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MYT0424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="" xmlns:a16="http://schemas.microsoft.com/office/drawing/2014/main" id="{6AEBA34C-65FB-4078-AF96-7475F4F67276}"/>
              </a:ext>
            </a:extLst>
          </p:cNvPr>
          <p:cNvSpPr txBox="1"/>
          <p:nvPr/>
        </p:nvSpPr>
        <p:spPr>
          <a:xfrm>
            <a:off x="502699" y="913309"/>
            <a:ext cx="147476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[001]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="" xmlns:a16="http://schemas.microsoft.com/office/drawing/2014/main" id="{8F6E50C3-1D8E-4BBE-B2A1-6705034479E7}"/>
              </a:ext>
            </a:extLst>
          </p:cNvPr>
          <p:cNvSpPr/>
          <p:nvPr/>
        </p:nvSpPr>
        <p:spPr bwMode="gray">
          <a:xfrm>
            <a:off x="873125" y="1219200"/>
            <a:ext cx="2117725" cy="76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="" xmlns:a16="http://schemas.microsoft.com/office/drawing/2014/main" id="{1D10F5EB-308A-4B4A-A1FC-9F8025E55F00}"/>
              </a:ext>
            </a:extLst>
          </p:cNvPr>
          <p:cNvSpPr/>
          <p:nvPr/>
        </p:nvSpPr>
        <p:spPr bwMode="gray">
          <a:xfrm>
            <a:off x="873125" y="1374775"/>
            <a:ext cx="2117725" cy="76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="" xmlns:a16="http://schemas.microsoft.com/office/drawing/2014/main" id="{3C6ED80D-D941-4B09-8319-C7FBE0C80FD1}"/>
              </a:ext>
            </a:extLst>
          </p:cNvPr>
          <p:cNvSpPr/>
          <p:nvPr/>
        </p:nvSpPr>
        <p:spPr bwMode="gray">
          <a:xfrm>
            <a:off x="3298825" y="1673225"/>
            <a:ext cx="2117725" cy="76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正方形/長方形 12">
            <a:extLst>
              <a:ext uri="{FF2B5EF4-FFF2-40B4-BE49-F238E27FC236}">
                <a16:creationId xmlns="" xmlns:a16="http://schemas.microsoft.com/office/drawing/2014/main" id="{123CFCEA-913B-4236-950B-F73460D5163E}"/>
              </a:ext>
            </a:extLst>
          </p:cNvPr>
          <p:cNvSpPr/>
          <p:nvPr/>
        </p:nvSpPr>
        <p:spPr bwMode="gray">
          <a:xfrm>
            <a:off x="3298824" y="1812925"/>
            <a:ext cx="2117725" cy="76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="" xmlns:a16="http://schemas.microsoft.com/office/drawing/2014/main" id="{08FC2216-C8F2-47C7-A8FA-C890147D8897}"/>
              </a:ext>
            </a:extLst>
          </p:cNvPr>
          <p:cNvSpPr txBox="1"/>
          <p:nvPr/>
        </p:nvSpPr>
        <p:spPr>
          <a:xfrm>
            <a:off x="4378691" y="1671885"/>
            <a:ext cx="147476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[004]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="" xmlns:a16="http://schemas.microsoft.com/office/drawing/2014/main" id="{891774CE-0586-4248-A190-4BC78AF4D389}"/>
              </a:ext>
            </a:extLst>
          </p:cNvPr>
          <p:cNvSpPr txBox="1"/>
          <p:nvPr/>
        </p:nvSpPr>
        <p:spPr>
          <a:xfrm>
            <a:off x="4378691" y="1834504"/>
            <a:ext cx="126638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[005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="" xmlns:a16="http://schemas.microsoft.com/office/drawing/2014/main" id="{D881D46C-8A45-4434-9640-4AAA745C442C}"/>
              </a:ext>
            </a:extLst>
          </p:cNvPr>
          <p:cNvSpPr txBox="1"/>
          <p:nvPr/>
        </p:nvSpPr>
        <p:spPr>
          <a:xfrm>
            <a:off x="1730741" y="1206897"/>
            <a:ext cx="147476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[002]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="" xmlns:a16="http://schemas.microsoft.com/office/drawing/2014/main" id="{54C51EE7-E6AE-497E-A38F-7024EE1C93B8}"/>
              </a:ext>
            </a:extLst>
          </p:cNvPr>
          <p:cNvSpPr txBox="1"/>
          <p:nvPr/>
        </p:nvSpPr>
        <p:spPr>
          <a:xfrm>
            <a:off x="1730741" y="1369516"/>
            <a:ext cx="147476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[003]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="" xmlns:a16="http://schemas.microsoft.com/office/drawing/2014/main" id="{6454C910-D5AD-458F-B49A-E15CC8DB5A10}"/>
              </a:ext>
            </a:extLst>
          </p:cNvPr>
          <p:cNvSpPr/>
          <p:nvPr/>
        </p:nvSpPr>
        <p:spPr bwMode="gray">
          <a:xfrm>
            <a:off x="5727700" y="1358354"/>
            <a:ext cx="2117725" cy="76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="" xmlns:a16="http://schemas.microsoft.com/office/drawing/2014/main" id="{D245EC53-184F-4638-A17E-D3F76A601B6E}"/>
              </a:ext>
            </a:extLst>
          </p:cNvPr>
          <p:cNvSpPr txBox="1"/>
          <p:nvPr/>
        </p:nvSpPr>
        <p:spPr>
          <a:xfrm>
            <a:off x="6713242" y="1355674"/>
            <a:ext cx="147476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[006]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="" xmlns:a16="http://schemas.microsoft.com/office/drawing/2014/main" id="{22576DF7-16A9-45D0-B73A-CC62FEB6FD03}"/>
              </a:ext>
            </a:extLst>
          </p:cNvPr>
          <p:cNvSpPr/>
          <p:nvPr/>
        </p:nvSpPr>
        <p:spPr bwMode="gray">
          <a:xfrm>
            <a:off x="849699" y="4158411"/>
            <a:ext cx="9360000" cy="76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正方形/長方形 18">
            <a:extLst>
              <a:ext uri="{FF2B5EF4-FFF2-40B4-BE49-F238E27FC236}">
                <a16:creationId xmlns="" xmlns:a16="http://schemas.microsoft.com/office/drawing/2014/main" id="{AF135A36-0B4C-4B1F-81F8-0ED5F087756D}"/>
              </a:ext>
            </a:extLst>
          </p:cNvPr>
          <p:cNvSpPr/>
          <p:nvPr/>
        </p:nvSpPr>
        <p:spPr bwMode="gray">
          <a:xfrm>
            <a:off x="849699" y="4294885"/>
            <a:ext cx="9360000" cy="76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" name="正方形/長方形 19">
            <a:extLst>
              <a:ext uri="{FF2B5EF4-FFF2-40B4-BE49-F238E27FC236}">
                <a16:creationId xmlns="" xmlns:a16="http://schemas.microsoft.com/office/drawing/2014/main" id="{870AFC50-58FB-4A34-B521-F18C1AB1D4F3}"/>
              </a:ext>
            </a:extLst>
          </p:cNvPr>
          <p:cNvSpPr/>
          <p:nvPr/>
        </p:nvSpPr>
        <p:spPr bwMode="gray">
          <a:xfrm>
            <a:off x="849699" y="4433470"/>
            <a:ext cx="9360000" cy="7694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="" xmlns:a16="http://schemas.microsoft.com/office/drawing/2014/main" id="{51A30294-40AF-4B66-A85A-3B47DB310793}"/>
              </a:ext>
            </a:extLst>
          </p:cNvPr>
          <p:cNvSpPr txBox="1"/>
          <p:nvPr/>
        </p:nvSpPr>
        <p:spPr>
          <a:xfrm>
            <a:off x="576437" y="4158411"/>
            <a:ext cx="147476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[007]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="" xmlns:a16="http://schemas.microsoft.com/office/drawing/2014/main" id="{0E342849-C7B7-416A-83D3-3F108F24520F}"/>
              </a:ext>
            </a:extLst>
          </p:cNvPr>
          <p:cNvSpPr txBox="1"/>
          <p:nvPr/>
        </p:nvSpPr>
        <p:spPr>
          <a:xfrm>
            <a:off x="576437" y="4300342"/>
            <a:ext cx="147476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[008]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="" xmlns:a16="http://schemas.microsoft.com/office/drawing/2014/main" id="{1AFB7BCD-ECBE-424C-95EA-632F04062875}"/>
              </a:ext>
            </a:extLst>
          </p:cNvPr>
          <p:cNvSpPr txBox="1"/>
          <p:nvPr/>
        </p:nvSpPr>
        <p:spPr>
          <a:xfrm>
            <a:off x="576437" y="4423799"/>
            <a:ext cx="147476" cy="7694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ctr" anchorCtr="1">
            <a:spAutoFit/>
          </a:bodyPr>
          <a:lstStyle/>
          <a:p>
            <a:r>
              <a:rPr kumimoji="1" lang="en-US" altLang="ja-JP" sz="500" b="1" dirty="0">
                <a:solidFill>
                  <a:srgbClr val="FF0000"/>
                </a:solidFill>
              </a:rPr>
              <a:t>[009]</a:t>
            </a:r>
            <a:endParaRPr kumimoji="1" lang="ja-JP" altLang="en-US" sz="5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280872"/>
      </p:ext>
    </p:extLst>
  </p:cSld>
  <p:clrMapOvr>
    <a:masterClrMapping/>
  </p:clrMapOvr>
</p:sld>
</file>

<file path=ppt/theme/theme1.xml><?xml version="1.0" encoding="utf-8"?>
<a:theme xmlns:a="http://schemas.openxmlformats.org/drawingml/2006/main" name="Murata">
  <a:themeElements>
    <a:clrScheme name="Murata">
      <a:dk1>
        <a:sysClr val="windowText" lastClr="000000"/>
      </a:dk1>
      <a:lt1>
        <a:sysClr val="window" lastClr="FFFFFF"/>
      </a:lt1>
      <a:dk2>
        <a:srgbClr val="525B5C"/>
      </a:dk2>
      <a:lt2>
        <a:srgbClr val="F5002F"/>
      </a:lt2>
      <a:accent1>
        <a:srgbClr val="F5002F"/>
      </a:accent1>
      <a:accent2>
        <a:srgbClr val="525B5C"/>
      </a:accent2>
      <a:accent3>
        <a:srgbClr val="FFC20F"/>
      </a:accent3>
      <a:accent4>
        <a:srgbClr val="6B3077"/>
      </a:accent4>
      <a:accent5>
        <a:srgbClr val="00AFDB"/>
      </a:accent5>
      <a:accent6>
        <a:srgbClr val="91FF66"/>
      </a:accent6>
      <a:hlink>
        <a:srgbClr val="5C6770"/>
      </a:hlink>
      <a:folHlink>
        <a:srgbClr val="BEC2C6"/>
      </a:folHlink>
    </a:clrScheme>
    <a:fontScheme name="Murata">
      <a:majorFont>
        <a:latin typeface="Arial"/>
        <a:ea typeface="Meiryo"/>
        <a:cs typeface=""/>
      </a:majorFont>
      <a:minorFont>
        <a:latin typeface="Arial"/>
        <a:ea typeface="Meiry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tx1">
            <a:lumMod val="65000"/>
            <a:lumOff val="35000"/>
          </a:schemeClr>
        </a:solidFill>
        <a:ln w="38100">
          <a:solidFill>
            <a:schemeClr val="tx1">
              <a:lumMod val="65000"/>
              <a:lumOff val="35000"/>
            </a:schemeClr>
          </a:solidFill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urata" id="{E0664BEC-D81C-4853-B43C-298372EEFDA5}" vid="{0931C3E8-927B-41EF-8438-6CDE7C238B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20DB3BF65DA949804ED7EF95862161" ma:contentTypeVersion="6" ma:contentTypeDescription="Create a new document." ma:contentTypeScope="" ma:versionID="57bec2d127963c424d0a9f81f246af30">
  <xsd:schema xmlns:xsd="http://www.w3.org/2001/XMLSchema" xmlns:xs="http://www.w3.org/2001/XMLSchema" xmlns:p="http://schemas.microsoft.com/office/2006/metadata/properties" xmlns:ns2="5b9417c1-5064-49dc-96af-76ce64ee4a8a" targetNamespace="http://schemas.microsoft.com/office/2006/metadata/properties" ma:root="true" ma:fieldsID="4c87e2c3bfbd14a2a94474675e0fd365" ns2:_="">
    <xsd:import namespace="5b9417c1-5064-49dc-96af-76ce64ee4a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9417c1-5064-49dc-96af-76ce64ee4a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F86104C-B56F-42B2-A172-FAAE447851B6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5b9417c1-5064-49dc-96af-76ce64ee4a8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465D3FB-511A-4957-93DF-724FC5A3DE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7578A5-5A4C-4FF4-89C4-3112F7583E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9417c1-5064-49dc-96af-76ce64ee4a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Murata</Template>
  <TotalTime>2727</TotalTime>
  <Words>54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Meiryo</vt:lpstr>
      <vt:lpstr>Arial</vt:lpstr>
      <vt:lpstr>Calibri</vt:lpstr>
      <vt:lpstr>Murata</vt:lpstr>
      <vt:lpstr>GUI requests for PSiP (using PE24103)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Panel/Display Power</dc:title>
  <dc:creator>Jason Ngai</dc:creator>
  <cp:lastModifiedBy>Tatsuya Kubo</cp:lastModifiedBy>
  <cp:revision>251</cp:revision>
  <cp:lastPrinted>2021-03-25T20:00:35Z</cp:lastPrinted>
  <dcterms:created xsi:type="dcterms:W3CDTF">2021-03-17T18:21:02Z</dcterms:created>
  <dcterms:modified xsi:type="dcterms:W3CDTF">2022-02-02T20:11:22Z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0x0101006C20DB3BF65DA949804ED7EF95862161</vt:lpwstr>
  </property>
</Properties>
</file>